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ACACA"/>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254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E6E6E6"/>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E6E6E6"/>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4EA"/>
          </a:solidFill>
        </a:fill>
      </a:tcStyle>
    </a:wholeTbl>
    <a:band2H>
      <a:tcTxStyle/>
      <a:tcStyle>
        <a:tcBdr/>
        <a:fill>
          <a:solidFill>
            <a:srgbClr val="E6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EF1"/>
          </a:solidFill>
        </a:fill>
      </a:tcStyle>
    </a:wholeTbl>
    <a:band2H>
      <a:tcTxStyle/>
      <a:tcStyle>
        <a:tcBdr/>
        <a:fill>
          <a:solidFill>
            <a:srgbClr val="E6F6F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9CE"/>
          </a:solidFill>
        </a:fill>
      </a:tcStyle>
    </a:wholeTbl>
    <a:band2H>
      <a:tcTxStyle/>
      <a:tcStyle>
        <a:tcBdr/>
        <a:fill>
          <a:solidFill>
            <a:srgbClr val="F0F4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4" name="Shape 124"/>
          <p:cNvSpPr>
            <a:spLocks noGrp="1" noRot="1" noChangeAspect="1"/>
          </p:cNvSpPr>
          <p:nvPr>
            <p:ph type="sldImg"/>
          </p:nvPr>
        </p:nvSpPr>
        <p:spPr>
          <a:xfrm>
            <a:off x="1143000" y="685800"/>
            <a:ext cx="4572000" cy="3429000"/>
          </a:xfrm>
          <a:prstGeom prst="rect">
            <a:avLst/>
          </a:prstGeom>
        </p:spPr>
        <p:txBody>
          <a:bodyPr/>
          <a:lstStyle/>
          <a:p>
            <a:endParaRPr/>
          </a:p>
        </p:txBody>
      </p:sp>
      <p:sp>
        <p:nvSpPr>
          <p:cNvPr id="125" name="Shape 12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533400" y="1371600"/>
            <a:ext cx="7851648" cy="1828800"/>
          </a:xfrm>
          <a:prstGeom prst="rect">
            <a:avLst/>
          </a:prstGeom>
        </p:spPr>
        <p:txBody>
          <a:bodyPr/>
          <a:lstStyle>
            <a:lvl1pPr algn="r">
              <a:defRPr sz="5600" b="1">
                <a:solidFill>
                  <a:srgbClr val="4CE0EA"/>
                </a:solidFill>
              </a:defRPr>
            </a:lvl1pPr>
          </a:lstStyle>
          <a:p>
            <a:r>
              <a:t>Title Text</a:t>
            </a:r>
          </a:p>
        </p:txBody>
      </p:sp>
      <p:sp>
        <p:nvSpPr>
          <p:cNvPr id="12" name="Body Level One…"/>
          <p:cNvSpPr txBox="1">
            <a:spLocks noGrp="1"/>
          </p:cNvSpPr>
          <p:nvPr>
            <p:ph type="body" sz="half" idx="1"/>
          </p:nvPr>
        </p:nvSpPr>
        <p:spPr>
          <a:xfrm>
            <a:off x="533400" y="3228536"/>
            <a:ext cx="7854696" cy="1752601"/>
          </a:xfrm>
          <a:prstGeom prst="rect">
            <a:avLst/>
          </a:prstGeom>
        </p:spPr>
        <p:txBody>
          <a:bodyPr lIns="0" tIns="0" rIns="0" bIns="0"/>
          <a:lstStyle>
            <a:lvl1pPr marL="330200" marR="45719" indent="-203200" algn="r">
              <a:spcBef>
                <a:spcPts val="400"/>
              </a:spcBef>
              <a:buClrTx/>
              <a:buSzTx/>
              <a:buFontTx/>
              <a:buNone/>
            </a:lvl1pPr>
            <a:lvl2pPr marL="330200" marR="45719" indent="254000" algn="r">
              <a:spcBef>
                <a:spcPts val="400"/>
              </a:spcBef>
              <a:buClrTx/>
              <a:buSzTx/>
              <a:buFontTx/>
              <a:buNone/>
            </a:lvl2pPr>
            <a:lvl3pPr marL="330200" marR="45719" indent="711200" algn="r">
              <a:spcBef>
                <a:spcPts val="400"/>
              </a:spcBef>
              <a:buClrTx/>
              <a:buSzTx/>
              <a:buFontTx/>
              <a:buNone/>
            </a:lvl3pPr>
            <a:lvl4pPr marL="330200" marR="45719" indent="1168400" algn="r">
              <a:spcBef>
                <a:spcPts val="400"/>
              </a:spcBef>
              <a:buClrTx/>
              <a:buSzTx/>
              <a:buFontTx/>
              <a:buNone/>
            </a:lvl4pPr>
            <a:lvl5pPr marL="330200" marR="45719" indent="1625600" algn="r">
              <a:spcBef>
                <a:spcPts val="400"/>
              </a:spcBef>
              <a:buClrTx/>
              <a:buSzTx/>
              <a:buFontTx/>
              <a:buNone/>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36" name="Title Text"/>
          <p:cNvSpPr txBox="1">
            <a:spLocks noGrp="1"/>
          </p:cNvSpPr>
          <p:nvPr>
            <p:ph type="title"/>
          </p:nvPr>
        </p:nvSpPr>
        <p:spPr>
          <a:xfrm>
            <a:off x="530351" y="1316736"/>
            <a:ext cx="7772401" cy="1362456"/>
          </a:xfrm>
          <a:prstGeom prst="rect">
            <a:avLst/>
          </a:prstGeom>
        </p:spPr>
        <p:txBody>
          <a:bodyPr/>
          <a:lstStyle>
            <a:lvl1pPr>
              <a:defRPr sz="5600" b="1">
                <a:solidFill>
                  <a:srgbClr val="4AE3AC"/>
                </a:solidFill>
              </a:defRPr>
            </a:lvl1pPr>
          </a:lstStyle>
          <a:p>
            <a:r>
              <a:t>Title Text</a:t>
            </a:r>
          </a:p>
        </p:txBody>
      </p:sp>
      <p:sp>
        <p:nvSpPr>
          <p:cNvPr id="37" name="Body Level One…"/>
          <p:cNvSpPr txBox="1">
            <a:spLocks noGrp="1"/>
          </p:cNvSpPr>
          <p:nvPr>
            <p:ph type="body" sz="quarter" idx="1"/>
          </p:nvPr>
        </p:nvSpPr>
        <p:spPr>
          <a:xfrm>
            <a:off x="530351" y="2704663"/>
            <a:ext cx="7772401" cy="1509713"/>
          </a:xfrm>
          <a:prstGeom prst="rect">
            <a:avLst/>
          </a:prstGeom>
        </p:spPr>
        <p:txBody>
          <a:bodyPr/>
          <a:lstStyle>
            <a:lvl1pPr marL="228600" indent="0">
              <a:spcBef>
                <a:spcPts val="400"/>
              </a:spcBef>
              <a:buClrTx/>
              <a:buSzTx/>
              <a:buFontTx/>
              <a:buNone/>
              <a:defRPr sz="2200"/>
            </a:lvl1pPr>
            <a:lvl2pPr marL="228600" indent="457200">
              <a:spcBef>
                <a:spcPts val="400"/>
              </a:spcBef>
              <a:buClrTx/>
              <a:buSzTx/>
              <a:buFontTx/>
              <a:buNone/>
              <a:defRPr sz="2200"/>
            </a:lvl2pPr>
            <a:lvl3pPr marL="228600" indent="914400">
              <a:spcBef>
                <a:spcPts val="400"/>
              </a:spcBef>
              <a:buClrTx/>
              <a:buSzTx/>
              <a:buFontTx/>
              <a:buNone/>
              <a:defRPr sz="2200"/>
            </a:lvl3pPr>
            <a:lvl4pPr marL="228600" indent="1371600">
              <a:spcBef>
                <a:spcPts val="400"/>
              </a:spcBef>
              <a:buClrTx/>
              <a:buSzTx/>
              <a:buFontTx/>
              <a:buNone/>
              <a:defRPr sz="2200"/>
            </a:lvl4pPr>
            <a:lvl5pPr marL="228600" indent="1828800">
              <a:spcBef>
                <a:spcPts val="400"/>
              </a:spcBef>
              <a:buClrTx/>
              <a:buSzTx/>
              <a:buFontTx/>
              <a:buNone/>
              <a:defRPr sz="2200"/>
            </a:lvl5pPr>
          </a:lstStyle>
          <a:p>
            <a:r>
              <a:t>Body Level One</a:t>
            </a:r>
          </a:p>
          <a:p>
            <a:pPr lvl="1"/>
            <a:r>
              <a:t>Body Level Two</a:t>
            </a:r>
          </a:p>
          <a:p>
            <a:pPr lvl="2"/>
            <a:r>
              <a:t>Body Level Three</a:t>
            </a:r>
          </a:p>
          <a:p>
            <a:pPr lvl="3"/>
            <a:r>
              <a:t>Body Level Four</a:t>
            </a:r>
          </a:p>
          <a:p>
            <a:pPr lvl="4"/>
            <a:r>
              <a:t>Body Level Five</a:t>
            </a:r>
          </a:p>
        </p:txBody>
      </p:sp>
      <p:sp>
        <p:nvSpPr>
          <p:cNvPr id="3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_OBJECTS">
    <p:spTree>
      <p:nvGrpSpPr>
        <p:cNvPr id="1" name=""/>
        <p:cNvGrpSpPr/>
        <p:nvPr/>
      </p:nvGrpSpPr>
      <p:grpSpPr>
        <a:xfrm>
          <a:off x="0" y="0"/>
          <a:ext cx="0" cy="0"/>
          <a:chOff x="0" y="0"/>
          <a:chExt cx="0" cy="0"/>
        </a:xfrm>
      </p:grpSpPr>
      <p:sp>
        <p:nvSpPr>
          <p:cNvPr id="45" name="Title Text"/>
          <p:cNvSpPr txBox="1">
            <a:spLocks noGrp="1"/>
          </p:cNvSpPr>
          <p:nvPr>
            <p:ph type="title"/>
          </p:nvPr>
        </p:nvSpPr>
        <p:spPr>
          <a:xfrm>
            <a:off x="457200" y="704087"/>
            <a:ext cx="8229600" cy="1143001"/>
          </a:xfrm>
          <a:prstGeom prst="rect">
            <a:avLst/>
          </a:prstGeom>
        </p:spPr>
        <p:txBody>
          <a:bodyPr/>
          <a:lstStyle/>
          <a:p>
            <a:r>
              <a:t>Title Text</a:t>
            </a:r>
          </a:p>
        </p:txBody>
      </p:sp>
      <p:sp>
        <p:nvSpPr>
          <p:cNvPr id="46" name="Body Level One…"/>
          <p:cNvSpPr txBox="1">
            <a:spLocks noGrp="1"/>
          </p:cNvSpPr>
          <p:nvPr>
            <p:ph type="body" sz="half" idx="1"/>
          </p:nvPr>
        </p:nvSpPr>
        <p:spPr>
          <a:xfrm>
            <a:off x="457200" y="1920084"/>
            <a:ext cx="4038600" cy="4434842"/>
          </a:xfrm>
          <a:prstGeom prst="rect">
            <a:avLst/>
          </a:prstGeom>
        </p:spPr>
        <p:txBody>
          <a:bodyPr/>
          <a:lstStyle>
            <a:lvl1pPr indent="-360679">
              <a:spcBef>
                <a:spcPts val="500"/>
              </a:spcBef>
              <a:buSzPts val="2600"/>
              <a:defRPr sz="2600"/>
            </a:lvl1pPr>
            <a:lvl2pPr marL="943609" indent="-379728">
              <a:spcBef>
                <a:spcPts val="500"/>
              </a:spcBef>
              <a:buSzPts val="2600"/>
              <a:defRPr sz="2600"/>
            </a:lvl2pPr>
            <a:lvl3pPr marL="1470660" indent="-429260">
              <a:spcBef>
                <a:spcPts val="500"/>
              </a:spcBef>
              <a:buSzPts val="2600"/>
              <a:defRPr sz="2600"/>
            </a:lvl3pPr>
            <a:lvl4pPr marL="1971039" indent="-462278">
              <a:spcBef>
                <a:spcPts val="500"/>
              </a:spcBef>
              <a:buSzPts val="2600"/>
              <a:defRPr sz="2600"/>
            </a:lvl4pPr>
            <a:lvl5pPr marL="2428239" indent="-462278">
              <a:spcBef>
                <a:spcPts val="500"/>
              </a:spcBef>
              <a:buSzPts val="2600"/>
              <a:defRPr sz="2600"/>
            </a:lvl5pPr>
          </a:lstStyle>
          <a:p>
            <a:r>
              <a:t>Body Level One</a:t>
            </a:r>
          </a:p>
          <a:p>
            <a:pPr lvl="1"/>
            <a:r>
              <a:t>Body Level Two</a:t>
            </a:r>
          </a:p>
          <a:p>
            <a:pPr lvl="2"/>
            <a:r>
              <a:t>Body Level Three</a:t>
            </a:r>
          </a:p>
          <a:p>
            <a:pPr lvl="3"/>
            <a:r>
              <a:t>Body Level Four</a:t>
            </a:r>
          </a:p>
          <a:p>
            <a:pPr lvl="4"/>
            <a:r>
              <a:t>Body Level Five</a:t>
            </a:r>
          </a:p>
        </p:txBody>
      </p:sp>
      <p:sp>
        <p:nvSpPr>
          <p:cNvPr id="47" name="Google Shape;34;p6"/>
          <p:cNvSpPr txBox="1">
            <a:spLocks noGrp="1"/>
          </p:cNvSpPr>
          <p:nvPr>
            <p:ph type="body" sz="half" idx="21"/>
          </p:nvPr>
        </p:nvSpPr>
        <p:spPr>
          <a:xfrm>
            <a:off x="4648200" y="1920084"/>
            <a:ext cx="4038600" cy="4434842"/>
          </a:xfrm>
          <a:prstGeom prst="rect">
            <a:avLst/>
          </a:prstGeom>
        </p:spPr>
        <p:txBody>
          <a:bodyPr/>
          <a:lstStyle/>
          <a:p>
            <a:pPr indent="-360679">
              <a:spcBef>
                <a:spcPts val="500"/>
              </a:spcBef>
              <a:buSzPts val="2600"/>
              <a:defRPr sz="2600"/>
            </a:pPr>
            <a:endParaRPr/>
          </a:p>
        </p:txBody>
      </p:sp>
      <p:sp>
        <p:nvSpPr>
          <p:cNvPr id="4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WO_OBJECTS_WITH_TEXT">
    <p:spTree>
      <p:nvGrpSpPr>
        <p:cNvPr id="1" name=""/>
        <p:cNvGrpSpPr/>
        <p:nvPr/>
      </p:nvGrpSpPr>
      <p:grpSpPr>
        <a:xfrm>
          <a:off x="0" y="0"/>
          <a:ext cx="0" cy="0"/>
          <a:chOff x="0" y="0"/>
          <a:chExt cx="0" cy="0"/>
        </a:xfrm>
      </p:grpSpPr>
      <p:sp>
        <p:nvSpPr>
          <p:cNvPr id="55" name="Title Text"/>
          <p:cNvSpPr txBox="1">
            <a:spLocks noGrp="1"/>
          </p:cNvSpPr>
          <p:nvPr>
            <p:ph type="title"/>
          </p:nvPr>
        </p:nvSpPr>
        <p:spPr>
          <a:xfrm>
            <a:off x="457200" y="704087"/>
            <a:ext cx="8229600" cy="1143001"/>
          </a:xfrm>
          <a:prstGeom prst="rect">
            <a:avLst/>
          </a:prstGeom>
        </p:spPr>
        <p:txBody>
          <a:bodyPr/>
          <a:lstStyle/>
          <a:p>
            <a:r>
              <a:t>Title Text</a:t>
            </a:r>
          </a:p>
        </p:txBody>
      </p:sp>
      <p:sp>
        <p:nvSpPr>
          <p:cNvPr id="56" name="Body Level One…"/>
          <p:cNvSpPr txBox="1">
            <a:spLocks noGrp="1"/>
          </p:cNvSpPr>
          <p:nvPr>
            <p:ph type="body" sz="quarter" idx="1"/>
          </p:nvPr>
        </p:nvSpPr>
        <p:spPr>
          <a:xfrm>
            <a:off x="457200" y="1855247"/>
            <a:ext cx="4040188" cy="659353"/>
          </a:xfrm>
          <a:prstGeom prst="rect">
            <a:avLst/>
          </a:prstGeom>
        </p:spPr>
        <p:txBody>
          <a:bodyPr lIns="0" tIns="0" rIns="0" bIns="0" anchor="ctr"/>
          <a:lstStyle>
            <a:lvl1pPr marL="228600" indent="0">
              <a:spcBef>
                <a:spcPts val="400"/>
              </a:spcBef>
              <a:buClrTx/>
              <a:buSzTx/>
              <a:buFontTx/>
              <a:buNone/>
              <a:defRPr sz="2400" b="1">
                <a:solidFill>
                  <a:srgbClr val="04617B"/>
                </a:solidFill>
              </a:defRPr>
            </a:lvl1pPr>
            <a:lvl2pPr marL="228600" indent="457200">
              <a:spcBef>
                <a:spcPts val="400"/>
              </a:spcBef>
              <a:buClrTx/>
              <a:buSzTx/>
              <a:buFontTx/>
              <a:buNone/>
              <a:defRPr sz="2400" b="1">
                <a:solidFill>
                  <a:srgbClr val="04617B"/>
                </a:solidFill>
              </a:defRPr>
            </a:lvl2pPr>
            <a:lvl3pPr marL="228600" indent="914400">
              <a:spcBef>
                <a:spcPts val="400"/>
              </a:spcBef>
              <a:buClrTx/>
              <a:buSzTx/>
              <a:buFontTx/>
              <a:buNone/>
              <a:defRPr sz="2400" b="1">
                <a:solidFill>
                  <a:srgbClr val="04617B"/>
                </a:solidFill>
              </a:defRPr>
            </a:lvl3pPr>
            <a:lvl4pPr marL="228600" indent="1371600">
              <a:spcBef>
                <a:spcPts val="400"/>
              </a:spcBef>
              <a:buClrTx/>
              <a:buSzTx/>
              <a:buFontTx/>
              <a:buNone/>
              <a:defRPr sz="2400" b="1">
                <a:solidFill>
                  <a:srgbClr val="04617B"/>
                </a:solidFill>
              </a:defRPr>
            </a:lvl4pPr>
            <a:lvl5pPr marL="228600" indent="1828800">
              <a:spcBef>
                <a:spcPts val="400"/>
              </a:spcBef>
              <a:buClrTx/>
              <a:buSzTx/>
              <a:buFontTx/>
              <a:buNone/>
              <a:defRPr sz="2400" b="1">
                <a:solidFill>
                  <a:srgbClr val="04617B"/>
                </a:solidFill>
              </a:defRPr>
            </a:lvl5pPr>
          </a:lstStyle>
          <a:p>
            <a:r>
              <a:t>Body Level One</a:t>
            </a:r>
          </a:p>
          <a:p>
            <a:pPr lvl="1"/>
            <a:r>
              <a:t>Body Level Two</a:t>
            </a:r>
          </a:p>
          <a:p>
            <a:pPr lvl="2"/>
            <a:r>
              <a:t>Body Level Three</a:t>
            </a:r>
          </a:p>
          <a:p>
            <a:pPr lvl="3"/>
            <a:r>
              <a:t>Body Level Four</a:t>
            </a:r>
          </a:p>
          <a:p>
            <a:pPr lvl="4"/>
            <a:r>
              <a:t>Body Level Five</a:t>
            </a:r>
          </a:p>
        </p:txBody>
      </p:sp>
      <p:sp>
        <p:nvSpPr>
          <p:cNvPr id="57" name="Google Shape;40;p7"/>
          <p:cNvSpPr txBox="1">
            <a:spLocks noGrp="1"/>
          </p:cNvSpPr>
          <p:nvPr>
            <p:ph type="body" sz="quarter" idx="21"/>
          </p:nvPr>
        </p:nvSpPr>
        <p:spPr>
          <a:xfrm>
            <a:off x="4645025" y="1859757"/>
            <a:ext cx="4041775" cy="654844"/>
          </a:xfrm>
          <a:prstGeom prst="rect">
            <a:avLst/>
          </a:prstGeom>
        </p:spPr>
        <p:txBody>
          <a:bodyPr lIns="0" tIns="0" rIns="0" bIns="0" anchor="ctr"/>
          <a:lstStyle/>
          <a:p>
            <a:pPr marL="228600" indent="0">
              <a:spcBef>
                <a:spcPts val="400"/>
              </a:spcBef>
              <a:buClrTx/>
              <a:buSzTx/>
              <a:buFontTx/>
              <a:buNone/>
              <a:defRPr sz="2400" b="1">
                <a:solidFill>
                  <a:srgbClr val="04617B"/>
                </a:solidFill>
              </a:defRPr>
            </a:pPr>
            <a:endParaRPr/>
          </a:p>
        </p:txBody>
      </p:sp>
      <p:sp>
        <p:nvSpPr>
          <p:cNvPr id="58" name="Google Shape;41;p7"/>
          <p:cNvSpPr txBox="1">
            <a:spLocks noGrp="1"/>
          </p:cNvSpPr>
          <p:nvPr>
            <p:ph type="body" sz="half" idx="22"/>
          </p:nvPr>
        </p:nvSpPr>
        <p:spPr>
          <a:xfrm>
            <a:off x="457200" y="2514600"/>
            <a:ext cx="4040188" cy="3845720"/>
          </a:xfrm>
          <a:prstGeom prst="rect">
            <a:avLst/>
          </a:prstGeom>
        </p:spPr>
        <p:txBody>
          <a:bodyPr lIns="0" tIns="0" rIns="0" bIns="0"/>
          <a:lstStyle/>
          <a:p>
            <a:pPr indent="-340359">
              <a:spcBef>
                <a:spcPts val="400"/>
              </a:spcBef>
              <a:buSzPts val="2200"/>
              <a:defRPr sz="2200"/>
            </a:pPr>
            <a:endParaRPr/>
          </a:p>
        </p:txBody>
      </p:sp>
      <p:sp>
        <p:nvSpPr>
          <p:cNvPr id="59" name="Google Shape;42;p7"/>
          <p:cNvSpPr txBox="1">
            <a:spLocks noGrp="1"/>
          </p:cNvSpPr>
          <p:nvPr>
            <p:ph type="body" sz="half" idx="23"/>
          </p:nvPr>
        </p:nvSpPr>
        <p:spPr>
          <a:xfrm>
            <a:off x="4645025" y="2514600"/>
            <a:ext cx="4041775" cy="3845720"/>
          </a:xfrm>
          <a:prstGeom prst="rect">
            <a:avLst/>
          </a:prstGeom>
        </p:spPr>
        <p:txBody>
          <a:bodyPr lIns="0" tIns="0" rIns="0" bIns="0"/>
          <a:lstStyle/>
          <a:p>
            <a:pPr indent="-340359">
              <a:spcBef>
                <a:spcPts val="400"/>
              </a:spcBef>
              <a:buSzPts val="2200"/>
              <a:defRPr sz="2200"/>
            </a:pPr>
            <a:endParaRPr/>
          </a:p>
        </p:txBody>
      </p:sp>
      <p:sp>
        <p:nvSpPr>
          <p:cNvPr id="6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67" name="Title Text"/>
          <p:cNvSpPr txBox="1">
            <a:spLocks noGrp="1"/>
          </p:cNvSpPr>
          <p:nvPr>
            <p:ph type="title"/>
          </p:nvPr>
        </p:nvSpPr>
        <p:spPr>
          <a:xfrm>
            <a:off x="457200" y="704087"/>
            <a:ext cx="8305800" cy="1143001"/>
          </a:xfrm>
          <a:prstGeom prst="rect">
            <a:avLst/>
          </a:prstGeom>
        </p:spPr>
        <p:txBody>
          <a:bodyPr/>
          <a:lstStyle>
            <a:lvl1pPr>
              <a:defRPr sz="5000">
                <a:solidFill>
                  <a:srgbClr val="04617B"/>
                </a:solidFill>
              </a:defRPr>
            </a:lvl1pPr>
          </a:lstStyle>
          <a:p>
            <a:r>
              <a:t>Title Text</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OBJECT_WITH_CAPTION_TEXT">
    <p:spTree>
      <p:nvGrpSpPr>
        <p:cNvPr id="1" name=""/>
        <p:cNvGrpSpPr/>
        <p:nvPr/>
      </p:nvGrpSpPr>
      <p:grpSpPr>
        <a:xfrm>
          <a:off x="0" y="0"/>
          <a:ext cx="0" cy="0"/>
          <a:chOff x="0" y="0"/>
          <a:chExt cx="0" cy="0"/>
        </a:xfrm>
      </p:grpSpPr>
      <p:sp>
        <p:nvSpPr>
          <p:cNvPr id="75" name="Title Text"/>
          <p:cNvSpPr txBox="1">
            <a:spLocks noGrp="1"/>
          </p:cNvSpPr>
          <p:nvPr>
            <p:ph type="title"/>
          </p:nvPr>
        </p:nvSpPr>
        <p:spPr>
          <a:xfrm>
            <a:off x="685800" y="514351"/>
            <a:ext cx="2743200" cy="1162051"/>
          </a:xfrm>
          <a:prstGeom prst="rect">
            <a:avLst/>
          </a:prstGeom>
        </p:spPr>
        <p:txBody>
          <a:bodyPr/>
          <a:lstStyle>
            <a:lvl1pPr>
              <a:defRPr sz="2600">
                <a:solidFill>
                  <a:srgbClr val="04617B"/>
                </a:solidFill>
              </a:defRPr>
            </a:lvl1pPr>
          </a:lstStyle>
          <a:p>
            <a:r>
              <a:t>Title Text</a:t>
            </a:r>
          </a:p>
        </p:txBody>
      </p:sp>
      <p:sp>
        <p:nvSpPr>
          <p:cNvPr id="76" name="Body Level One…"/>
          <p:cNvSpPr txBox="1">
            <a:spLocks noGrp="1"/>
          </p:cNvSpPr>
          <p:nvPr>
            <p:ph type="body" sz="half" idx="1"/>
          </p:nvPr>
        </p:nvSpPr>
        <p:spPr>
          <a:xfrm>
            <a:off x="685800" y="1676400"/>
            <a:ext cx="2743200" cy="4572000"/>
          </a:xfrm>
          <a:prstGeom prst="rect">
            <a:avLst/>
          </a:prstGeom>
        </p:spPr>
        <p:txBody>
          <a:bodyPr lIns="18275" tIns="18275" rIns="18275" bIns="18275"/>
          <a:lstStyle>
            <a:lvl1pPr marL="228600" indent="0">
              <a:spcBef>
                <a:spcPts val="200"/>
              </a:spcBef>
              <a:buClrTx/>
              <a:buSzTx/>
              <a:buFontTx/>
              <a:buNone/>
              <a:defRPr sz="1400"/>
            </a:lvl1pPr>
            <a:lvl2pPr marL="228600" indent="457200">
              <a:spcBef>
                <a:spcPts val="200"/>
              </a:spcBef>
              <a:buClrTx/>
              <a:buSzTx/>
              <a:buFontTx/>
              <a:buNone/>
              <a:defRPr sz="1400"/>
            </a:lvl2pPr>
            <a:lvl3pPr marL="228600" indent="914400">
              <a:spcBef>
                <a:spcPts val="200"/>
              </a:spcBef>
              <a:buClrTx/>
              <a:buSzTx/>
              <a:buFontTx/>
              <a:buNone/>
              <a:defRPr sz="1400"/>
            </a:lvl3pPr>
            <a:lvl4pPr marL="228600" indent="1371600">
              <a:spcBef>
                <a:spcPts val="200"/>
              </a:spcBef>
              <a:buClrTx/>
              <a:buSzTx/>
              <a:buFontTx/>
              <a:buNone/>
              <a:defRPr sz="1400"/>
            </a:lvl4pPr>
            <a:lvl5pPr marL="228600" indent="1828800">
              <a:spcBef>
                <a:spcPts val="200"/>
              </a:spcBef>
              <a:buClrTx/>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77" name="Google Shape;52;p9"/>
          <p:cNvSpPr txBox="1">
            <a:spLocks noGrp="1"/>
          </p:cNvSpPr>
          <p:nvPr>
            <p:ph type="body" sz="half" idx="21"/>
          </p:nvPr>
        </p:nvSpPr>
        <p:spPr>
          <a:xfrm>
            <a:off x="3575050" y="1676400"/>
            <a:ext cx="5111750" cy="4572000"/>
          </a:xfrm>
          <a:prstGeom prst="rect">
            <a:avLst/>
          </a:prstGeom>
        </p:spPr>
        <p:txBody>
          <a:bodyPr lIns="0" tIns="0" rIns="0" bIns="0"/>
          <a:lstStyle/>
          <a:p>
            <a:pPr indent="-370840">
              <a:spcBef>
                <a:spcPts val="500"/>
              </a:spcBef>
              <a:buSzPts val="2800"/>
              <a:defRPr sz="2800"/>
            </a:pPr>
            <a:endParaRPr/>
          </a:p>
        </p:txBody>
      </p:sp>
      <p:sp>
        <p:nvSpPr>
          <p:cNvPr id="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_WITH_CAPTION_TEXT">
    <p:spTree>
      <p:nvGrpSpPr>
        <p:cNvPr id="1" name=""/>
        <p:cNvGrpSpPr/>
        <p:nvPr/>
      </p:nvGrpSpPr>
      <p:grpSpPr>
        <a:xfrm>
          <a:off x="0" y="0"/>
          <a:ext cx="0" cy="0"/>
          <a:chOff x="0" y="0"/>
          <a:chExt cx="0" cy="0"/>
        </a:xfrm>
      </p:grpSpPr>
      <p:sp>
        <p:nvSpPr>
          <p:cNvPr id="85" name="Google Shape;56;p10"/>
          <p:cNvSpPr/>
          <p:nvPr/>
        </p:nvSpPr>
        <p:spPr>
          <a:xfrm rot="11220000" flipH="1">
            <a:off x="3165475" y="1108074"/>
            <a:ext cx="5257801" cy="411480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0984" y="0"/>
                </a:lnTo>
                <a:lnTo>
                  <a:pt x="21600" y="788"/>
                </a:lnTo>
                <a:lnTo>
                  <a:pt x="21600" y="21600"/>
                </a:lnTo>
                <a:lnTo>
                  <a:pt x="0" y="21600"/>
                </a:lnTo>
                <a:lnTo>
                  <a:pt x="0" y="0"/>
                </a:lnTo>
                <a:close/>
              </a:path>
            </a:pathLst>
          </a:custGeom>
          <a:solidFill>
            <a:srgbClr val="FFFFFF"/>
          </a:solidFill>
          <a:ln cap="rnd">
            <a:solidFill>
              <a:srgbClr val="C0C0C0"/>
            </a:solidFill>
          </a:ln>
          <a:effectLst>
            <a:outerShdw blurRad="63500" dist="38500" dir="7500000" rotWithShape="0">
              <a:srgbClr val="000000">
                <a:alpha val="24705"/>
              </a:srgbClr>
            </a:outerShdw>
          </a:effectLst>
        </p:spPr>
        <p:txBody>
          <a:bodyPr lIns="45719" rIns="45719" anchor="ctr"/>
          <a:lstStyle/>
          <a:p>
            <a:pPr algn="ctr">
              <a:defRPr sz="1800">
                <a:solidFill>
                  <a:srgbClr val="FFFFFF"/>
                </a:solidFill>
              </a:defRPr>
            </a:pPr>
            <a:endParaRPr/>
          </a:p>
        </p:txBody>
      </p:sp>
      <p:sp>
        <p:nvSpPr>
          <p:cNvPr id="86" name="Google Shape;57;p10"/>
          <p:cNvSpPr/>
          <p:nvPr/>
        </p:nvSpPr>
        <p:spPr>
          <a:xfrm rot="11220000" flipH="1">
            <a:off x="8004175" y="5359400"/>
            <a:ext cx="155575" cy="15557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FFFFFF"/>
          </a:solidFill>
          <a:ln w="12700">
            <a:solidFill>
              <a:srgbClr val="FFFFFF"/>
            </a:solidFill>
            <a:bevel/>
          </a:ln>
          <a:effectLst>
            <a:outerShdw blurRad="25400" dist="6350" dir="12900000" rotWithShape="0">
              <a:srgbClr val="000000">
                <a:alpha val="46666"/>
              </a:srgbClr>
            </a:outerShdw>
          </a:effectLst>
        </p:spPr>
        <p:txBody>
          <a:bodyPr lIns="45719" rIns="45719" anchor="ctr"/>
          <a:lstStyle/>
          <a:p>
            <a:pPr algn="ctr">
              <a:defRPr sz="1800">
                <a:solidFill>
                  <a:srgbClr val="FFFFFF"/>
                </a:solidFill>
              </a:defRPr>
            </a:pPr>
            <a:endParaRPr/>
          </a:p>
        </p:txBody>
      </p:sp>
      <p:sp>
        <p:nvSpPr>
          <p:cNvPr id="87" name="Google Shape;58;p10"/>
          <p:cNvSpPr/>
          <p:nvPr/>
        </p:nvSpPr>
        <p:spPr>
          <a:xfrm rot="10800000" flipH="1">
            <a:off x="-9525" y="5816599"/>
            <a:ext cx="9163051" cy="1041402"/>
          </a:xfrm>
          <a:custGeom>
            <a:avLst/>
            <a:gdLst/>
            <a:ahLst/>
            <a:cxnLst>
              <a:cxn ang="0">
                <a:pos x="wd2" y="hd2"/>
              </a:cxn>
              <a:cxn ang="5400000">
                <a:pos x="wd2" y="hd2"/>
              </a:cxn>
              <a:cxn ang="10800000">
                <a:pos x="wd2" y="hd2"/>
              </a:cxn>
              <a:cxn ang="16200000">
                <a:pos x="wd2" y="hd2"/>
              </a:cxn>
            </a:cxnLst>
            <a:rect l="0" t="0" r="r" b="b"/>
            <a:pathLst>
              <a:path w="21600" h="21600" extrusionOk="0">
                <a:moveTo>
                  <a:pt x="22" y="66"/>
                </a:moveTo>
                <a:lnTo>
                  <a:pt x="9513" y="0"/>
                </a:lnTo>
                <a:cubicBezTo>
                  <a:pt x="10276" y="3326"/>
                  <a:pt x="14325" y="12084"/>
                  <a:pt x="16368" y="12084"/>
                </a:cubicBezTo>
                <a:cubicBezTo>
                  <a:pt x="18412" y="12084"/>
                  <a:pt x="20679" y="5005"/>
                  <a:pt x="21578" y="1811"/>
                </a:cubicBezTo>
                <a:lnTo>
                  <a:pt x="21600" y="7013"/>
                </a:lnTo>
                <a:cubicBezTo>
                  <a:pt x="21218" y="8462"/>
                  <a:pt x="18771" y="14521"/>
                  <a:pt x="16099" y="14455"/>
                </a:cubicBezTo>
                <a:cubicBezTo>
                  <a:pt x="13427" y="14389"/>
                  <a:pt x="8252" y="5433"/>
                  <a:pt x="5568" y="6618"/>
                </a:cubicBezTo>
                <a:cubicBezTo>
                  <a:pt x="2807" y="6882"/>
                  <a:pt x="1010" y="15871"/>
                  <a:pt x="0" y="21600"/>
                </a:cubicBezTo>
                <a:lnTo>
                  <a:pt x="22" y="66"/>
                </a:lnTo>
                <a:close/>
              </a:path>
            </a:pathLst>
          </a:custGeom>
          <a:gradFill>
            <a:gsLst>
              <a:gs pos="0">
                <a:srgbClr val="0079AD">
                  <a:alpha val="44705"/>
                </a:srgbClr>
              </a:gs>
              <a:gs pos="100000">
                <a:srgbClr val="00E9F7">
                  <a:alpha val="54900"/>
                </a:srgbClr>
              </a:gs>
            </a:gsLst>
            <a:lin ang="5400000"/>
          </a:gradFill>
          <a:ln w="12700">
            <a:miter lim="400000"/>
          </a:ln>
        </p:spPr>
        <p:txBody>
          <a:bodyPr lIns="45719" rIns="45719"/>
          <a:lstStyle/>
          <a:p>
            <a:pPr>
              <a:defRPr sz="1800"/>
            </a:pPr>
            <a:endParaRPr/>
          </a:p>
        </p:txBody>
      </p:sp>
      <p:sp>
        <p:nvSpPr>
          <p:cNvPr id="88" name="Google Shape;59;p10"/>
          <p:cNvSpPr/>
          <p:nvPr/>
        </p:nvSpPr>
        <p:spPr>
          <a:xfrm rot="10800000" flipH="1">
            <a:off x="4381500" y="6250788"/>
            <a:ext cx="4762501" cy="607213"/>
          </a:xfrm>
          <a:custGeom>
            <a:avLst/>
            <a:gdLst/>
            <a:ahLst/>
            <a:cxnLst>
              <a:cxn ang="0">
                <a:pos x="wd2" y="hd2"/>
              </a:cxn>
              <a:cxn ang="5400000">
                <a:pos x="wd2" y="hd2"/>
              </a:cxn>
              <a:cxn ang="10800000">
                <a:pos x="wd2" y="hd2"/>
              </a:cxn>
              <a:cxn ang="16200000">
                <a:pos x="wd2" y="hd2"/>
              </a:cxn>
            </a:cxnLst>
            <a:rect l="0" t="0" r="r" b="b"/>
            <a:pathLst>
              <a:path w="21600" h="20552" extrusionOk="0">
                <a:moveTo>
                  <a:pt x="0" y="0"/>
                </a:moveTo>
                <a:cubicBezTo>
                  <a:pt x="1253" y="3703"/>
                  <a:pt x="8410" y="19349"/>
                  <a:pt x="12010" y="20475"/>
                </a:cubicBezTo>
                <a:cubicBezTo>
                  <a:pt x="15610" y="21600"/>
                  <a:pt x="20002" y="10128"/>
                  <a:pt x="21600" y="6752"/>
                </a:cubicBezTo>
                <a:lnTo>
                  <a:pt x="21600" y="218"/>
                </a:lnTo>
                <a:lnTo>
                  <a:pt x="0" y="0"/>
                </a:lnTo>
                <a:close/>
              </a:path>
            </a:pathLst>
          </a:custGeom>
          <a:gradFill>
            <a:gsLst>
              <a:gs pos="0">
                <a:srgbClr val="00ABB4">
                  <a:alpha val="29802"/>
                </a:srgbClr>
              </a:gs>
              <a:gs pos="80000">
                <a:srgbClr val="0099E4">
                  <a:alpha val="44705"/>
                </a:srgbClr>
              </a:gs>
              <a:gs pos="100000">
                <a:srgbClr val="0099E4">
                  <a:alpha val="44705"/>
                </a:srgbClr>
              </a:gs>
            </a:gsLst>
            <a:lin ang="5400000"/>
          </a:gradFill>
          <a:ln w="12700">
            <a:miter lim="400000"/>
          </a:ln>
        </p:spPr>
        <p:txBody>
          <a:bodyPr lIns="45719" rIns="45719"/>
          <a:lstStyle/>
          <a:p>
            <a:pPr>
              <a:defRPr sz="1800"/>
            </a:pPr>
            <a:endParaRPr/>
          </a:p>
        </p:txBody>
      </p:sp>
      <p:sp>
        <p:nvSpPr>
          <p:cNvPr id="89" name="Title Text"/>
          <p:cNvSpPr txBox="1">
            <a:spLocks noGrp="1"/>
          </p:cNvSpPr>
          <p:nvPr>
            <p:ph type="title"/>
          </p:nvPr>
        </p:nvSpPr>
        <p:spPr>
          <a:xfrm>
            <a:off x="609600" y="1176995"/>
            <a:ext cx="2212849" cy="1582623"/>
          </a:xfrm>
          <a:prstGeom prst="rect">
            <a:avLst/>
          </a:prstGeom>
        </p:spPr>
        <p:txBody>
          <a:bodyPr lIns="45699" tIns="45699" rIns="45699" bIns="45699"/>
          <a:lstStyle>
            <a:lvl1pPr>
              <a:defRPr sz="2000" b="1">
                <a:solidFill>
                  <a:srgbClr val="04617B"/>
                </a:solidFill>
              </a:defRPr>
            </a:lvl1pPr>
          </a:lstStyle>
          <a:p>
            <a:r>
              <a:t>Title Text</a:t>
            </a:r>
          </a:p>
        </p:txBody>
      </p:sp>
      <p:sp>
        <p:nvSpPr>
          <p:cNvPr id="90" name="Body Level One…"/>
          <p:cNvSpPr txBox="1">
            <a:spLocks noGrp="1"/>
          </p:cNvSpPr>
          <p:nvPr>
            <p:ph type="body" sz="quarter" idx="1"/>
          </p:nvPr>
        </p:nvSpPr>
        <p:spPr>
          <a:xfrm>
            <a:off x="609600" y="2828785"/>
            <a:ext cx="2209800" cy="2179321"/>
          </a:xfrm>
          <a:prstGeom prst="rect">
            <a:avLst/>
          </a:prstGeom>
        </p:spPr>
        <p:txBody>
          <a:bodyPr/>
          <a:lstStyle>
            <a:lvl1pPr marL="228600" indent="0">
              <a:spcBef>
                <a:spcPts val="200"/>
              </a:spcBef>
              <a:buClrTx/>
              <a:buSzTx/>
              <a:buFontTx/>
              <a:buNone/>
              <a:defRPr sz="1300"/>
            </a:lvl1pPr>
            <a:lvl2pPr marL="938530" indent="-313690">
              <a:spcBef>
                <a:spcPts val="200"/>
              </a:spcBef>
              <a:buClrTx/>
              <a:buSzPts val="1300"/>
              <a:buFontTx/>
              <a:defRPr sz="1300"/>
            </a:lvl2pPr>
            <a:lvl3pPr marL="1455419" indent="-363219">
              <a:spcBef>
                <a:spcPts val="200"/>
              </a:spcBef>
              <a:buClrTx/>
              <a:buSzPts val="1300"/>
              <a:buFontTx/>
              <a:defRPr sz="1300"/>
            </a:lvl3pPr>
            <a:lvl4pPr marL="1950719" indent="-396238">
              <a:spcBef>
                <a:spcPts val="200"/>
              </a:spcBef>
              <a:buClrTx/>
              <a:buSzPts val="1300"/>
              <a:buFontTx/>
              <a:defRPr sz="1300"/>
            </a:lvl4pPr>
            <a:lvl5pPr marL="2407920" indent="-396240">
              <a:spcBef>
                <a:spcPts val="200"/>
              </a:spcBef>
              <a:buClrTx/>
              <a:buSzPts val="1300"/>
              <a:buFontTx/>
              <a:defRPr sz="1300"/>
            </a:lvl5pPr>
          </a:lstStyle>
          <a:p>
            <a:r>
              <a:t>Body Level One</a:t>
            </a:r>
          </a:p>
          <a:p>
            <a:pPr lvl="1"/>
            <a:r>
              <a:t>Body Level Two</a:t>
            </a:r>
          </a:p>
          <a:p>
            <a:pPr lvl="2"/>
            <a:r>
              <a:t>Body Level Three</a:t>
            </a:r>
          </a:p>
          <a:p>
            <a:pPr lvl="3"/>
            <a:r>
              <a:t>Body Level Four</a:t>
            </a:r>
          </a:p>
          <a:p>
            <a:pPr lvl="4"/>
            <a:r>
              <a:t>Body Level Five</a:t>
            </a:r>
          </a:p>
        </p:txBody>
      </p:sp>
      <p:sp>
        <p:nvSpPr>
          <p:cNvPr id="91" name="Google Shape;62;p10"/>
          <p:cNvSpPr>
            <a:spLocks noGrp="1"/>
          </p:cNvSpPr>
          <p:nvPr>
            <p:ph type="pic" sz="half" idx="21"/>
          </p:nvPr>
        </p:nvSpPr>
        <p:spPr>
          <a:xfrm rot="420000">
            <a:off x="3485793" y="1199516"/>
            <a:ext cx="4617721" cy="3931922"/>
          </a:xfrm>
          <a:prstGeom prst="rect">
            <a:avLst/>
          </a:prstGeom>
          <a:ln w="9525" cap="rnd">
            <a:solidFill>
              <a:srgbClr val="C0C0C0"/>
            </a:solidFill>
            <a:round/>
          </a:ln>
        </p:spPr>
        <p:txBody>
          <a:bodyPr lIns="91439" tIns="45719" rIns="91439" bIns="45719">
            <a:noAutofit/>
          </a:bodyPr>
          <a:lstStyle/>
          <a:p>
            <a:endParaRPr/>
          </a:p>
        </p:txBody>
      </p:sp>
      <p:sp>
        <p:nvSpPr>
          <p:cNvPr id="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99" name="Title Text"/>
          <p:cNvSpPr txBox="1">
            <a:spLocks noGrp="1"/>
          </p:cNvSpPr>
          <p:nvPr>
            <p:ph type="title"/>
          </p:nvPr>
        </p:nvSpPr>
        <p:spPr>
          <a:prstGeom prst="rect">
            <a:avLst/>
          </a:prstGeom>
        </p:spPr>
        <p:txBody>
          <a:bodyPr/>
          <a:lstStyle/>
          <a:p>
            <a:r>
              <a:t>Title Text</a:t>
            </a:r>
          </a:p>
        </p:txBody>
      </p:sp>
      <p:sp>
        <p:nvSpPr>
          <p:cNvPr id="100" name="Body Level One…"/>
          <p:cNvSpPr txBox="1">
            <a:spLocks noGrp="1"/>
          </p:cNvSpPr>
          <p:nvPr>
            <p:ph type="body" idx="1"/>
          </p:nvPr>
        </p:nvSpPr>
        <p:spPr>
          <a:xfrm rot="5400000">
            <a:off x="2377282" y="15081"/>
            <a:ext cx="4389438" cy="8229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108" name="Title Text"/>
          <p:cNvSpPr txBox="1">
            <a:spLocks noGrp="1"/>
          </p:cNvSpPr>
          <p:nvPr>
            <p:ph type="title"/>
          </p:nvPr>
        </p:nvSpPr>
        <p:spPr>
          <a:xfrm rot="5400000">
            <a:off x="5052219" y="2491582"/>
            <a:ext cx="5211764" cy="2057401"/>
          </a:xfrm>
          <a:prstGeom prst="rect">
            <a:avLst/>
          </a:prstGeom>
        </p:spPr>
        <p:txBody>
          <a:bodyPr/>
          <a:lstStyle/>
          <a:p>
            <a:r>
              <a:t>Title Text</a:t>
            </a:r>
          </a:p>
        </p:txBody>
      </p:sp>
      <p:sp>
        <p:nvSpPr>
          <p:cNvPr id="109" name="Body Level One…"/>
          <p:cNvSpPr txBox="1">
            <a:spLocks noGrp="1"/>
          </p:cNvSpPr>
          <p:nvPr>
            <p:ph type="body" idx="1"/>
          </p:nvPr>
        </p:nvSpPr>
        <p:spPr>
          <a:xfrm rot="5400000">
            <a:off x="861219" y="510381"/>
            <a:ext cx="5211763" cy="60198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Custom Layout">
    <p:spTree>
      <p:nvGrpSpPr>
        <p:cNvPr id="1" name=""/>
        <p:cNvGrpSpPr/>
        <p:nvPr/>
      </p:nvGrpSpPr>
      <p:grpSpPr>
        <a:xfrm>
          <a:off x="0" y="0"/>
          <a:ext cx="0" cy="0"/>
          <a:chOff x="0" y="0"/>
          <a:chExt cx="0" cy="0"/>
        </a:xfrm>
      </p:grpSpPr>
      <p:sp>
        <p:nvSpPr>
          <p:cNvPr id="117" name="Title Text"/>
          <p:cNvSpPr txBox="1">
            <a:spLocks noGrp="1"/>
          </p:cNvSpPr>
          <p:nvPr>
            <p:ph type="title"/>
          </p:nvPr>
        </p:nvSpPr>
        <p:spPr>
          <a:prstGeom prst="rect">
            <a:avLst/>
          </a:prstGeom>
        </p:spPr>
        <p:txBody>
          <a:bodyPr/>
          <a:lstStyle/>
          <a:p>
            <a:r>
              <a:t>Title Text</a:t>
            </a:r>
          </a:p>
        </p:txBody>
      </p:sp>
      <p:sp>
        <p:nvSpPr>
          <p:cNvPr id="1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4"/>
          <a:srcRect/>
          <a:stretch>
            <a:fillRect/>
          </a:stretch>
        </a:blip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704850"/>
            <a:ext cx="8229600"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ormAutofit/>
          </a:bodyPr>
          <a:lstStyle/>
          <a:p>
            <a:r>
              <a:t>Title Text</a:t>
            </a:r>
          </a:p>
        </p:txBody>
      </p:sp>
      <p:sp>
        <p:nvSpPr>
          <p:cNvPr id="3" name="Body Level One…"/>
          <p:cNvSpPr txBox="1">
            <a:spLocks noGrp="1"/>
          </p:cNvSpPr>
          <p:nvPr>
            <p:ph type="body" idx="1"/>
          </p:nvPr>
        </p:nvSpPr>
        <p:spPr>
          <a:xfrm>
            <a:off x="457200" y="1935163"/>
            <a:ext cx="8229600" cy="43894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914400" rtl="0" latinLnBrk="0">
        <a:lnSpc>
          <a:spcPct val="100000"/>
        </a:lnSpc>
        <a:spcBef>
          <a:spcPts val="0"/>
        </a:spcBef>
        <a:spcAft>
          <a:spcPts val="0"/>
        </a:spcAft>
        <a:buClrTx/>
        <a:buSzTx/>
        <a:buFontTx/>
        <a:buNone/>
        <a:tabLst/>
        <a:defRPr sz="3200" b="0" i="0" u="none" strike="noStrike" cap="none" spc="0" baseline="0">
          <a:solidFill>
            <a:schemeClr val="accent1"/>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3200" b="0" i="0" u="none" strike="noStrike" cap="none" spc="0" baseline="0">
          <a:solidFill>
            <a:schemeClr val="accent1"/>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3200" b="0" i="0" u="none" strike="noStrike" cap="none" spc="0" baseline="0">
          <a:solidFill>
            <a:schemeClr val="accent1"/>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3200" b="0" i="0" u="none" strike="noStrike" cap="none" spc="0" baseline="0">
          <a:solidFill>
            <a:schemeClr val="accent1"/>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3200" b="0" i="0" u="none" strike="noStrike" cap="none" spc="0" baseline="0">
          <a:solidFill>
            <a:schemeClr val="accent1"/>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3200" b="0" i="0" u="none" strike="noStrike" cap="none" spc="0" baseline="0">
          <a:solidFill>
            <a:schemeClr val="accent1"/>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3200" b="0" i="0" u="none" strike="noStrike" cap="none" spc="0" baseline="0">
          <a:solidFill>
            <a:schemeClr val="accent1"/>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3200" b="0" i="0" u="none" strike="noStrike" cap="none" spc="0" baseline="0">
          <a:solidFill>
            <a:schemeClr val="accent1"/>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3200" b="0" i="0" u="none" strike="noStrike" cap="none" spc="0" baseline="0">
          <a:solidFill>
            <a:schemeClr val="accent1"/>
          </a:solidFill>
          <a:uFillTx/>
          <a:latin typeface="+mn-lt"/>
          <a:ea typeface="+mn-ea"/>
          <a:cs typeface="+mn-cs"/>
          <a:sym typeface="Arial"/>
        </a:defRPr>
      </a:lvl9pPr>
    </p:titleStyle>
    <p:bodyStyle>
      <a:lvl1pPr marL="457200" marR="0" indent="-320040" algn="l" defTabSz="914400" rtl="0" latinLnBrk="0">
        <a:lnSpc>
          <a:spcPct val="100000"/>
        </a:lnSpc>
        <a:spcBef>
          <a:spcPts val="300"/>
        </a:spcBef>
        <a:spcAft>
          <a:spcPts val="0"/>
        </a:spcAft>
        <a:buClr>
          <a:srgbClr val="000000"/>
        </a:buClr>
        <a:buSzPts val="2000"/>
        <a:buFont typeface="Helvetica"/>
        <a:buChar char="⮚"/>
        <a:tabLst/>
        <a:defRPr sz="2000" b="0" i="0" u="none" strike="noStrike" cap="none" spc="0" baseline="0">
          <a:solidFill>
            <a:srgbClr val="000000"/>
          </a:solidFill>
          <a:uFillTx/>
          <a:latin typeface="+mn-lt"/>
          <a:ea typeface="+mn-ea"/>
          <a:cs typeface="+mn-cs"/>
          <a:sym typeface="Arial"/>
        </a:defRPr>
      </a:lvl1pPr>
      <a:lvl2pPr marL="914400" marR="0" indent="-320040" algn="l" defTabSz="914400" rtl="0" latinLnBrk="0">
        <a:lnSpc>
          <a:spcPct val="100000"/>
        </a:lnSpc>
        <a:spcBef>
          <a:spcPts val="300"/>
        </a:spcBef>
        <a:spcAft>
          <a:spcPts val="0"/>
        </a:spcAft>
        <a:buClr>
          <a:srgbClr val="000000"/>
        </a:buClr>
        <a:buSzPts val="2000"/>
        <a:buFont typeface="Helvetica"/>
        <a:buChar char="⮚"/>
        <a:tabLst/>
        <a:defRPr sz="2000" b="0" i="0" u="none" strike="noStrike" cap="none" spc="0" baseline="0">
          <a:solidFill>
            <a:srgbClr val="000000"/>
          </a:solidFill>
          <a:uFillTx/>
          <a:latin typeface="+mn-lt"/>
          <a:ea typeface="+mn-ea"/>
          <a:cs typeface="+mn-cs"/>
          <a:sym typeface="Arial"/>
        </a:defRPr>
      </a:lvl2pPr>
      <a:lvl3pPr marL="1371600" marR="0" indent="-320038" algn="l" defTabSz="914400" rtl="0" latinLnBrk="0">
        <a:lnSpc>
          <a:spcPct val="100000"/>
        </a:lnSpc>
        <a:spcBef>
          <a:spcPts val="300"/>
        </a:spcBef>
        <a:spcAft>
          <a:spcPts val="0"/>
        </a:spcAft>
        <a:buClr>
          <a:srgbClr val="000000"/>
        </a:buClr>
        <a:buSzPts val="2000"/>
        <a:buFont typeface="Helvetica"/>
        <a:buChar char="⮚"/>
        <a:tabLst/>
        <a:defRPr sz="2000" b="0" i="0" u="none" strike="noStrike" cap="none" spc="0" baseline="0">
          <a:solidFill>
            <a:srgbClr val="000000"/>
          </a:solidFill>
          <a:uFillTx/>
          <a:latin typeface="+mn-lt"/>
          <a:ea typeface="+mn-ea"/>
          <a:cs typeface="+mn-cs"/>
          <a:sym typeface="Arial"/>
        </a:defRPr>
      </a:lvl3pPr>
      <a:lvl4pPr marL="1828800" marR="0" indent="-320038" algn="l" defTabSz="914400" rtl="0" latinLnBrk="0">
        <a:lnSpc>
          <a:spcPct val="100000"/>
        </a:lnSpc>
        <a:spcBef>
          <a:spcPts val="300"/>
        </a:spcBef>
        <a:spcAft>
          <a:spcPts val="0"/>
        </a:spcAft>
        <a:buClr>
          <a:srgbClr val="000000"/>
        </a:buClr>
        <a:buSzPts val="2000"/>
        <a:buFont typeface="Helvetica"/>
        <a:buChar char="⮚"/>
        <a:tabLst/>
        <a:defRPr sz="2000" b="0" i="0" u="none" strike="noStrike" cap="none" spc="0" baseline="0">
          <a:solidFill>
            <a:srgbClr val="000000"/>
          </a:solidFill>
          <a:uFillTx/>
          <a:latin typeface="+mn-lt"/>
          <a:ea typeface="+mn-ea"/>
          <a:cs typeface="+mn-cs"/>
          <a:sym typeface="Arial"/>
        </a:defRPr>
      </a:lvl4pPr>
      <a:lvl5pPr marL="2286000" marR="0" indent="-320038" algn="l" defTabSz="914400" rtl="0" latinLnBrk="0">
        <a:lnSpc>
          <a:spcPct val="100000"/>
        </a:lnSpc>
        <a:spcBef>
          <a:spcPts val="300"/>
        </a:spcBef>
        <a:spcAft>
          <a:spcPts val="0"/>
        </a:spcAft>
        <a:buClr>
          <a:srgbClr val="000000"/>
        </a:buClr>
        <a:buSzPts val="2000"/>
        <a:buFont typeface="Helvetica"/>
        <a:buChar char="⮚"/>
        <a:tabLst/>
        <a:defRPr sz="2000" b="0" i="0" u="none" strike="noStrike" cap="none" spc="0" baseline="0">
          <a:solidFill>
            <a:srgbClr val="000000"/>
          </a:solidFill>
          <a:uFillTx/>
          <a:latin typeface="+mn-lt"/>
          <a:ea typeface="+mn-ea"/>
          <a:cs typeface="+mn-cs"/>
          <a:sym typeface="Arial"/>
        </a:defRPr>
      </a:lvl5pPr>
      <a:lvl6pPr marL="2778759" marR="0" indent="-355598" algn="l" defTabSz="914400" rtl="0" latinLnBrk="0">
        <a:lnSpc>
          <a:spcPct val="100000"/>
        </a:lnSpc>
        <a:spcBef>
          <a:spcPts val="300"/>
        </a:spcBef>
        <a:spcAft>
          <a:spcPts val="0"/>
        </a:spcAft>
        <a:buClr>
          <a:srgbClr val="000000"/>
        </a:buClr>
        <a:buSzPts val="2000"/>
        <a:buFont typeface="Helvetica"/>
        <a:buChar char="⚫"/>
        <a:tabLst/>
        <a:defRPr sz="2000" b="0" i="0" u="none" strike="noStrike" cap="none" spc="0" baseline="0">
          <a:solidFill>
            <a:srgbClr val="000000"/>
          </a:solidFill>
          <a:uFillTx/>
          <a:latin typeface="+mn-lt"/>
          <a:ea typeface="+mn-ea"/>
          <a:cs typeface="+mn-cs"/>
          <a:sym typeface="Arial"/>
        </a:defRPr>
      </a:lvl6pPr>
      <a:lvl7pPr marL="3280409" marR="0" indent="-400048" algn="l" defTabSz="914400" rtl="0" latinLnBrk="0">
        <a:lnSpc>
          <a:spcPct val="100000"/>
        </a:lnSpc>
        <a:spcBef>
          <a:spcPts val="300"/>
        </a:spcBef>
        <a:spcAft>
          <a:spcPts val="0"/>
        </a:spcAft>
        <a:buClr>
          <a:srgbClr val="000000"/>
        </a:buClr>
        <a:buSzPts val="2000"/>
        <a:buFont typeface="Helvetica"/>
        <a:buChar char="⚫"/>
        <a:tabLst/>
        <a:defRPr sz="2000" b="0" i="0" u="none" strike="noStrike" cap="none" spc="0" baseline="0">
          <a:solidFill>
            <a:srgbClr val="000000"/>
          </a:solidFill>
          <a:uFillTx/>
          <a:latin typeface="+mn-lt"/>
          <a:ea typeface="+mn-ea"/>
          <a:cs typeface="+mn-cs"/>
          <a:sym typeface="Arial"/>
        </a:defRPr>
      </a:lvl7pPr>
      <a:lvl8pPr marL="3743325" marR="0" indent="-428625" algn="l" defTabSz="914400" rtl="0" latinLnBrk="0">
        <a:lnSpc>
          <a:spcPct val="100000"/>
        </a:lnSpc>
        <a:spcBef>
          <a:spcPts val="300"/>
        </a:spcBef>
        <a:spcAft>
          <a:spcPts val="0"/>
        </a:spcAft>
        <a:buClr>
          <a:srgbClr val="000000"/>
        </a:buClr>
        <a:buSzPts val="2000"/>
        <a:buFont typeface="Helvetica"/>
        <a:buChar char="•"/>
        <a:tabLst/>
        <a:defRPr sz="2000" b="0" i="0" u="none" strike="noStrike" cap="none" spc="0" baseline="0">
          <a:solidFill>
            <a:srgbClr val="000000"/>
          </a:solidFill>
          <a:uFillTx/>
          <a:latin typeface="+mn-lt"/>
          <a:ea typeface="+mn-ea"/>
          <a:cs typeface="+mn-cs"/>
          <a:sym typeface="Arial"/>
        </a:defRPr>
      </a:lvl8pPr>
      <a:lvl9pPr marL="4261757" marR="0" indent="-489857" algn="l" defTabSz="914400" rtl="0" latinLnBrk="0">
        <a:lnSpc>
          <a:spcPct val="100000"/>
        </a:lnSpc>
        <a:spcBef>
          <a:spcPts val="300"/>
        </a:spcBef>
        <a:spcAft>
          <a:spcPts val="0"/>
        </a:spcAft>
        <a:buClr>
          <a:srgbClr val="000000"/>
        </a:buClr>
        <a:buSzPts val="2000"/>
        <a:buFont typeface="Helvetica"/>
        <a:buChar char="•"/>
        <a:tabLst/>
        <a:defRPr sz="2000" b="0" i="0" u="none" strike="noStrike" cap="none" spc="0" baseline="0">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arxiv.org/abs/2307.09520" TargetMode="External"/><Relationship Id="rId7" Type="http://schemas.openxmlformats.org/officeDocument/2006/relationships/hyperlink" Target="https://arxiv.org/abs/2309.01836" TargetMode="External"/><Relationship Id="rId2" Type="http://schemas.openxmlformats.org/officeDocument/2006/relationships/hyperlink" Target="https://www.mdpi.com/2076-3417/13/5/3022" TargetMode="External"/><Relationship Id="rId1" Type="http://schemas.openxmlformats.org/officeDocument/2006/relationships/slideLayout" Target="../slideLayouts/slideLayout2.xml"/><Relationship Id="rId6" Type="http://schemas.openxmlformats.org/officeDocument/2006/relationships/hyperlink" Target="https://arxiv.org/abs/2212.07242" TargetMode="External"/><Relationship Id="rId5" Type="http://schemas.openxmlformats.org/officeDocument/2006/relationships/hyperlink" Target="https://arxiv.org/abs/2304.02583" TargetMode="External"/><Relationship Id="rId4" Type="http://schemas.openxmlformats.org/officeDocument/2006/relationships/hyperlink" Target="https://arxiv.org/abs/2208.07119"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127" name="Google Shape;86;p14"/>
          <p:cNvSpPr txBox="1">
            <a:spLocks noGrp="1"/>
          </p:cNvSpPr>
          <p:nvPr>
            <p:ph type="subTitle" sz="quarter" idx="1"/>
          </p:nvPr>
        </p:nvSpPr>
        <p:spPr>
          <a:xfrm>
            <a:off x="2056844" y="1462673"/>
            <a:ext cx="7053655" cy="1600201"/>
          </a:xfrm>
          <a:prstGeom prst="rect">
            <a:avLst/>
          </a:prstGeom>
        </p:spPr>
        <p:txBody>
          <a:bodyPr/>
          <a:lstStyle/>
          <a:p>
            <a:pPr marL="0" marR="0" indent="0" algn="ctr">
              <a:spcBef>
                <a:spcPts val="0"/>
              </a:spcBef>
              <a:defRPr sz="3200" b="1">
                <a:solidFill>
                  <a:srgbClr val="B9077E"/>
                </a:solidFill>
              </a:defRPr>
            </a:pPr>
            <a:endParaRPr/>
          </a:p>
          <a:p>
            <a:pPr marL="0" marR="0" indent="0" algn="ctr">
              <a:spcBef>
                <a:spcPts val="600"/>
              </a:spcBef>
              <a:defRPr sz="3200" b="1">
                <a:solidFill>
                  <a:srgbClr val="B9077E"/>
                </a:solidFill>
              </a:defRPr>
            </a:pPr>
            <a:r>
              <a:t>    </a:t>
            </a:r>
          </a:p>
        </p:txBody>
      </p:sp>
      <p:pic>
        <p:nvPicPr>
          <p:cNvPr id="128" name="Google Shape;88;p14" descr="Google Shape;88;p14"/>
          <p:cNvPicPr>
            <a:picLocks noChangeAspect="1"/>
          </p:cNvPicPr>
          <p:nvPr/>
        </p:nvPicPr>
        <p:blipFill>
          <a:blip r:embed="rId3"/>
          <a:stretch>
            <a:fillRect/>
          </a:stretch>
        </p:blipFill>
        <p:spPr>
          <a:xfrm>
            <a:off x="148839" y="4495800"/>
            <a:ext cx="1479015" cy="1841384"/>
          </a:xfrm>
          <a:prstGeom prst="rect">
            <a:avLst/>
          </a:prstGeom>
          <a:ln w="12700">
            <a:miter lim="400000"/>
          </a:ln>
        </p:spPr>
      </p:pic>
      <p:sp>
        <p:nvSpPr>
          <p:cNvPr id="129" name="Google Shape;90;p14"/>
          <p:cNvSpPr txBox="1">
            <a:spLocks noGrp="1"/>
          </p:cNvSpPr>
          <p:nvPr>
            <p:ph type="ctrTitle"/>
          </p:nvPr>
        </p:nvSpPr>
        <p:spPr>
          <a:xfrm>
            <a:off x="2056844" y="2262773"/>
            <a:ext cx="6816436" cy="1600201"/>
          </a:xfrm>
          <a:prstGeom prst="rect">
            <a:avLst/>
          </a:prstGeom>
        </p:spPr>
        <p:txBody>
          <a:bodyPr>
            <a:normAutofit/>
          </a:bodyPr>
          <a:lstStyle/>
          <a:p>
            <a:pPr lvl="2">
              <a:defRPr sz="2800">
                <a:solidFill>
                  <a:srgbClr val="FF0000"/>
                </a:solidFill>
                <a:latin typeface="Times New Roman"/>
                <a:ea typeface="Times New Roman"/>
                <a:cs typeface="Times New Roman"/>
                <a:sym typeface="Times New Roman"/>
              </a:defRPr>
            </a:pPr>
            <a:r>
              <a:rPr lang="en-US" sz="2000" b="1" dirty="0">
                <a:solidFill>
                  <a:schemeClr val="tx1"/>
                </a:solidFill>
                <a:sym typeface="Times New Roman"/>
              </a:rPr>
              <a:t>SURFACE DEFECT DETECTION IN MANUFACTURING USING CONVOLUTIONAL NEURAL NETWORKS</a:t>
            </a:r>
            <a:br>
              <a:rPr sz="2000" b="1" dirty="0">
                <a:solidFill>
                  <a:schemeClr val="tx1"/>
                </a:solidFill>
              </a:rPr>
            </a:br>
            <a:br>
              <a:rPr sz="2000" b="1" dirty="0">
                <a:solidFill>
                  <a:schemeClr val="tx1"/>
                </a:solidFill>
              </a:rPr>
            </a:br>
            <a:br>
              <a:rPr sz="2000" b="1" dirty="0">
                <a:solidFill>
                  <a:schemeClr val="tx1"/>
                </a:solidFill>
              </a:rPr>
            </a:br>
            <a:endParaRPr sz="2000" b="1" dirty="0">
              <a:solidFill>
                <a:schemeClr val="tx1"/>
              </a:solidFill>
            </a:endParaRPr>
          </a:p>
        </p:txBody>
      </p:sp>
      <p:sp>
        <p:nvSpPr>
          <p:cNvPr id="130" name="TextBox 2"/>
          <p:cNvSpPr txBox="1"/>
          <p:nvPr/>
        </p:nvSpPr>
        <p:spPr>
          <a:xfrm>
            <a:off x="2411306" y="405844"/>
            <a:ext cx="6604906"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400" b="1">
                <a:latin typeface="Times New Roman"/>
                <a:ea typeface="Times New Roman"/>
                <a:cs typeface="Times New Roman"/>
                <a:sym typeface="Times New Roman"/>
              </a:defRPr>
            </a:pPr>
            <a:r>
              <a:rPr dirty="0"/>
              <a:t>DEPARTMENT OF ARTIFICIAL </a:t>
            </a:r>
          </a:p>
          <a:p>
            <a:pPr algn="ctr">
              <a:defRPr sz="2400" b="1">
                <a:latin typeface="Times New Roman"/>
                <a:ea typeface="Times New Roman"/>
                <a:cs typeface="Times New Roman"/>
                <a:sym typeface="Times New Roman"/>
              </a:defRPr>
            </a:pPr>
            <a:r>
              <a:rPr dirty="0"/>
              <a:t>INTELLIGENCE AND </a:t>
            </a:r>
            <a:r>
              <a:rPr lang="en-IN" dirty="0">
                <a:solidFill>
                  <a:schemeClr val="tx1"/>
                </a:solidFill>
              </a:rPr>
              <a:t>DATA SCIENCE</a:t>
            </a:r>
            <a:endParaRPr dirty="0">
              <a:solidFill>
                <a:schemeClr val="tx1"/>
              </a:solidFill>
            </a:endParaRPr>
          </a:p>
        </p:txBody>
      </p:sp>
      <p:pic>
        <p:nvPicPr>
          <p:cNvPr id="131" name="Picture 1" descr="Picture 1"/>
          <p:cNvPicPr>
            <a:picLocks noChangeAspect="1"/>
          </p:cNvPicPr>
          <p:nvPr/>
        </p:nvPicPr>
        <p:blipFill>
          <a:blip r:embed="rId4"/>
          <a:stretch>
            <a:fillRect/>
          </a:stretch>
        </p:blipFill>
        <p:spPr>
          <a:xfrm>
            <a:off x="109143" y="213732"/>
            <a:ext cx="2790064" cy="1148516"/>
          </a:xfrm>
          <a:prstGeom prst="rect">
            <a:avLst/>
          </a:prstGeom>
          <a:ln w="12700">
            <a:miter lim="400000"/>
          </a:ln>
        </p:spPr>
      </p:pic>
      <p:sp>
        <p:nvSpPr>
          <p:cNvPr id="132" name="PROJECT MEMBER Bharath G(24ADR018)…"/>
          <p:cNvSpPr txBox="1"/>
          <p:nvPr/>
        </p:nvSpPr>
        <p:spPr>
          <a:xfrm>
            <a:off x="3516592" y="4396871"/>
            <a:ext cx="4183194" cy="14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lvl="2">
              <a:lnSpc>
                <a:spcPct val="120000"/>
              </a:lnSpc>
              <a:defRPr sz="2800">
                <a:solidFill>
                  <a:srgbClr val="FF0000"/>
                </a:solidFill>
                <a:latin typeface="Times New Roman"/>
                <a:ea typeface="Times New Roman"/>
                <a:cs typeface="Times New Roman"/>
                <a:sym typeface="Times New Roman"/>
              </a:defRPr>
            </a:pPr>
            <a:r>
              <a:rPr sz="2200" b="1" dirty="0">
                <a:solidFill>
                  <a:schemeClr val="tx1"/>
                </a:solidFill>
              </a:rPr>
              <a:t>PROJECT MEMBER</a:t>
            </a:r>
            <a:br>
              <a:rPr sz="2200" dirty="0">
                <a:solidFill>
                  <a:schemeClr val="tx1"/>
                </a:solidFill>
              </a:rPr>
            </a:br>
            <a:r>
              <a:rPr lang="en-US" sz="2600" dirty="0">
                <a:solidFill>
                  <a:schemeClr val="tx1"/>
                </a:solidFill>
              </a:rPr>
              <a:t>ARAVINDANV - 24ADR011</a:t>
            </a:r>
          </a:p>
          <a:p>
            <a:pPr lvl="2">
              <a:lnSpc>
                <a:spcPct val="120000"/>
              </a:lnSpc>
              <a:defRPr sz="2800">
                <a:solidFill>
                  <a:srgbClr val="FF0000"/>
                </a:solidFill>
                <a:latin typeface="Times New Roman"/>
                <a:ea typeface="Times New Roman"/>
                <a:cs typeface="Times New Roman"/>
                <a:sym typeface="Times New Roman"/>
              </a:defRPr>
            </a:pPr>
            <a:r>
              <a:rPr lang="en-US" sz="2600" dirty="0">
                <a:solidFill>
                  <a:schemeClr val="tx1"/>
                </a:solidFill>
              </a:rPr>
              <a:t>DIVYA T            - 24ADR043</a:t>
            </a:r>
            <a:endParaRPr lang="en-US" dirty="0">
              <a:solidFill>
                <a:schemeClr val="tx1"/>
              </a:solidFill>
            </a:endParaRPr>
          </a:p>
        </p:txBody>
      </p:sp>
      <p:sp>
        <p:nvSpPr>
          <p:cNvPr id="2" name="TextBox 1">
            <a:extLst>
              <a:ext uri="{FF2B5EF4-FFF2-40B4-BE49-F238E27FC236}">
                <a16:creationId xmlns:a16="http://schemas.microsoft.com/office/drawing/2014/main" id="{10514F40-2133-BD95-5895-B0425561B5B4}"/>
              </a:ext>
            </a:extLst>
          </p:cNvPr>
          <p:cNvSpPr txBox="1"/>
          <p:nvPr/>
        </p:nvSpPr>
        <p:spPr>
          <a:xfrm>
            <a:off x="4572000" y="1586073"/>
            <a:ext cx="1879357"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8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Arial"/>
              </a:rPr>
              <a:t>HCL PROJECT</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Google Shape;102;p16"/>
          <p:cNvSpPr txBox="1">
            <a:spLocks noGrp="1"/>
          </p:cNvSpPr>
          <p:nvPr>
            <p:ph type="body" idx="1"/>
          </p:nvPr>
        </p:nvSpPr>
        <p:spPr>
          <a:xfrm>
            <a:off x="750174" y="1523999"/>
            <a:ext cx="8229601" cy="4377267"/>
          </a:xfrm>
          <a:prstGeom prst="rect">
            <a:avLst/>
          </a:prstGeom>
        </p:spPr>
        <p:txBody>
          <a:bodyPr>
            <a:normAutofit fontScale="85000" lnSpcReduction="10000"/>
          </a:bodyPr>
          <a:lstStyle>
            <a:lvl1pPr marL="0" indent="0" algn="just">
              <a:lnSpc>
                <a:spcPct val="150000"/>
              </a:lnSpc>
              <a:spcBef>
                <a:spcPts val="0"/>
              </a:spcBef>
              <a:buClrTx/>
              <a:buSzTx/>
              <a:buFontTx/>
              <a:buNone/>
              <a:defRPr sz="2500">
                <a:latin typeface="Times New Roman"/>
                <a:ea typeface="Times New Roman"/>
                <a:cs typeface="Times New Roman"/>
                <a:sym typeface="Times New Roman"/>
              </a:defRPr>
            </a:lvl1pPr>
          </a:lstStyle>
          <a:p>
            <a:r>
              <a:rPr lang="en-US" dirty="0"/>
              <a:t>Manufacturing industries generate massive volumes of product images daily across high-speed production lines, making it practically impossible to monitor surface quality manually with consistent accuracy. This project focuses on using deep learning and computer vision techniques to automatically detect and classify surface defects such as cracks, scratches, dents, and other irregularities in manufactured components. It aims to create a smarter and more reliable quality control system through intelligent visual inspection, reducing human error, minimizing production waste, and ensuring that only defect-free products reach the end customer.</a:t>
            </a:r>
            <a:endParaRPr dirty="0"/>
          </a:p>
        </p:txBody>
      </p:sp>
      <p:sp>
        <p:nvSpPr>
          <p:cNvPr id="135" name="Google Shape;103;p16"/>
          <p:cNvSpPr txBox="1">
            <a:spLocks noGrp="1"/>
          </p:cNvSpPr>
          <p:nvPr>
            <p:ph type="title"/>
          </p:nvPr>
        </p:nvSpPr>
        <p:spPr>
          <a:xfrm>
            <a:off x="533400" y="98108"/>
            <a:ext cx="8229600" cy="1143001"/>
          </a:xfrm>
          <a:prstGeom prst="rect">
            <a:avLst/>
          </a:prstGeom>
        </p:spPr>
        <p:txBody>
          <a:bodyPr/>
          <a:lstStyle>
            <a:lvl1pPr algn="ctr">
              <a:defRPr sz="3000" b="1">
                <a:solidFill>
                  <a:srgbClr val="000000"/>
                </a:solidFill>
                <a:latin typeface="Times New Roman"/>
                <a:ea typeface="Times New Roman"/>
                <a:cs typeface="Times New Roman"/>
                <a:sym typeface="Times New Roman"/>
              </a:defRPr>
            </a:lvl1pPr>
          </a:lstStyle>
          <a:p>
            <a:r>
              <a:t>INTRODUCTION</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Google Shape;102;p16"/>
          <p:cNvSpPr txBox="1">
            <a:spLocks noGrp="1"/>
          </p:cNvSpPr>
          <p:nvPr>
            <p:ph type="body" sz="half" idx="1"/>
          </p:nvPr>
        </p:nvSpPr>
        <p:spPr>
          <a:xfrm>
            <a:off x="675781" y="1347942"/>
            <a:ext cx="8229601" cy="5510058"/>
          </a:xfrm>
          <a:prstGeom prst="rect">
            <a:avLst/>
          </a:prstGeom>
        </p:spPr>
        <p:txBody>
          <a:bodyPr>
            <a:noAutofit/>
          </a:bodyPr>
          <a:lstStyle>
            <a:lvl1pPr marL="0" indent="0" algn="just" defTabSz="795527">
              <a:lnSpc>
                <a:spcPct val="150000"/>
              </a:lnSpc>
              <a:spcBef>
                <a:spcPts val="0"/>
              </a:spcBef>
              <a:buClrTx/>
              <a:buSzTx/>
              <a:buFontTx/>
              <a:buNone/>
              <a:defRPr sz="2175">
                <a:latin typeface="Times New Roman"/>
                <a:ea typeface="Times New Roman"/>
                <a:cs typeface="Times New Roman"/>
                <a:sym typeface="Times New Roman"/>
              </a:defRPr>
            </a:lvl1pPr>
          </a:lstStyle>
          <a:p>
            <a:pPr marL="342900" indent="-342900">
              <a:buFont typeface="Arial" panose="020B0604020202020204" pitchFamily="34" charset="0"/>
              <a:buChar char="•"/>
            </a:pPr>
            <a:r>
              <a:rPr lang="en-US" sz="1800" dirty="0"/>
              <a:t>Manual visual inspection in manufacturing is prone to human fatigue and inconsistency</a:t>
            </a:r>
          </a:p>
          <a:p>
            <a:pPr marL="342900" indent="-342900">
              <a:buFont typeface="Arial" panose="020B0604020202020204" pitchFamily="34" charset="0"/>
              <a:buChar char="•"/>
            </a:pPr>
            <a:r>
              <a:rPr lang="en-US" sz="1800" dirty="0"/>
              <a:t>Rule-based computer vision systems fail under varying lighting, texture, and complex defect patterns</a:t>
            </a:r>
          </a:p>
          <a:p>
            <a:pPr marL="342900" indent="-342900">
              <a:buFont typeface="Arial" panose="020B0604020202020204" pitchFamily="34" charset="0"/>
              <a:buChar char="•"/>
            </a:pPr>
            <a:r>
              <a:rPr lang="en-US" sz="1800" dirty="0"/>
              <a:t>High-precision industries (steel, automotive, semiconductor) demand zero-defect tolerance</a:t>
            </a:r>
          </a:p>
          <a:p>
            <a:pPr marL="342900" indent="-342900">
              <a:buFont typeface="Arial" panose="020B0604020202020204" pitchFamily="34" charset="0"/>
              <a:buChar char="•"/>
            </a:pPr>
            <a:r>
              <a:rPr lang="en-US" sz="1800" dirty="0"/>
              <a:t>Need for an automated deep learning system to detect and classify surface defects from product images</a:t>
            </a:r>
          </a:p>
          <a:p>
            <a:pPr marL="342900" indent="-342900">
              <a:buFont typeface="Arial" panose="020B0604020202020204" pitchFamily="34" charset="0"/>
              <a:buChar char="•"/>
            </a:pPr>
            <a:r>
              <a:rPr lang="en-US" sz="1800" dirty="0"/>
              <a:t>System must classify defect type: Crack, Scratch, Dent, or Defect Other</a:t>
            </a:r>
          </a:p>
          <a:p>
            <a:pPr marL="342900" indent="-342900">
              <a:buFont typeface="Arial" panose="020B0604020202020204" pitchFamily="34" charset="0"/>
              <a:buChar char="•"/>
            </a:pPr>
            <a:r>
              <a:rPr lang="en-US" sz="1800" dirty="0"/>
              <a:t>Model should output class probabilities and highlight defect regions using activation maps</a:t>
            </a:r>
          </a:p>
          <a:p>
            <a:pPr marL="342900" indent="-342900">
              <a:buFont typeface="Arial" panose="020B0604020202020204" pitchFamily="34" charset="0"/>
              <a:buChar char="•"/>
            </a:pPr>
            <a:r>
              <a:rPr lang="en-US" sz="1800" dirty="0"/>
              <a:t>Must balance detection accuracy while minimizing false positives in real-time inspection</a:t>
            </a:r>
          </a:p>
        </p:txBody>
      </p:sp>
      <p:sp>
        <p:nvSpPr>
          <p:cNvPr id="138" name="Google Shape;103;p16"/>
          <p:cNvSpPr txBox="1">
            <a:spLocks noGrp="1"/>
          </p:cNvSpPr>
          <p:nvPr>
            <p:ph type="title"/>
          </p:nvPr>
        </p:nvSpPr>
        <p:spPr>
          <a:xfrm>
            <a:off x="533400" y="98108"/>
            <a:ext cx="8229600" cy="1143001"/>
          </a:xfrm>
          <a:prstGeom prst="rect">
            <a:avLst/>
          </a:prstGeom>
        </p:spPr>
        <p:txBody>
          <a:bodyPr/>
          <a:lstStyle>
            <a:lvl1pPr algn="ctr">
              <a:defRPr sz="3000" b="1">
                <a:solidFill>
                  <a:srgbClr val="000000"/>
                </a:solidFill>
              </a:defRPr>
            </a:lvl1pPr>
          </a:lstStyle>
          <a:p>
            <a:r>
              <a:t>PROBLEM STATEMENT</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Google Shape;102;p16"/>
          <p:cNvSpPr txBox="1">
            <a:spLocks noGrp="1"/>
          </p:cNvSpPr>
          <p:nvPr>
            <p:ph type="body" sz="half" idx="1"/>
          </p:nvPr>
        </p:nvSpPr>
        <p:spPr>
          <a:xfrm>
            <a:off x="710505" y="1380282"/>
            <a:ext cx="8229601" cy="5301205"/>
          </a:xfrm>
          <a:prstGeom prst="rect">
            <a:avLst/>
          </a:prstGeom>
        </p:spPr>
        <p:txBody>
          <a:bodyPr>
            <a:normAutofit lnSpcReduction="10000"/>
          </a:bodyPr>
          <a:lstStyle>
            <a:lvl1pPr marL="0" indent="0" algn="just" defTabSz="667512">
              <a:lnSpc>
                <a:spcPct val="150000"/>
              </a:lnSpc>
              <a:spcBef>
                <a:spcPts val="0"/>
              </a:spcBef>
              <a:buClrTx/>
              <a:buSzTx/>
              <a:buFontTx/>
              <a:buNone/>
              <a:defRPr sz="1825">
                <a:latin typeface="Times New Roman"/>
                <a:ea typeface="Times New Roman"/>
                <a:cs typeface="Times New Roman"/>
                <a:sym typeface="Times New Roman"/>
              </a:defRPr>
            </a:lvl1pPr>
          </a:lstStyle>
          <a:p>
            <a:pPr marL="342900" indent="-342900">
              <a:buFont typeface="Arial" panose="020B0604020202020204" pitchFamily="34" charset="0"/>
              <a:buChar char="•"/>
            </a:pPr>
            <a:r>
              <a:rPr lang="en-US" sz="1800" dirty="0"/>
              <a:t>To develop a CNN-based deep learning system that automatically detects and classifies surface defects in manufactured product images with high accuracy.</a:t>
            </a:r>
          </a:p>
          <a:p>
            <a:pPr marL="342900" indent="-342900">
              <a:buFont typeface="Arial" panose="020B0604020202020204" pitchFamily="34" charset="0"/>
              <a:buChar char="•"/>
            </a:pPr>
            <a:r>
              <a:rPr lang="en-US" sz="1800" dirty="0"/>
              <a:t>To implement and compare a Custom Baseline CNN and Transfer Learning models (ResNet18, ResNet50, VGG16) for multi-class defect classification.</a:t>
            </a:r>
          </a:p>
          <a:p>
            <a:pPr marL="342900" indent="-342900">
              <a:buFont typeface="Arial" panose="020B0604020202020204" pitchFamily="34" charset="0"/>
              <a:buChar char="•"/>
            </a:pPr>
            <a:r>
              <a:rPr lang="en-US" sz="1800" dirty="0"/>
              <a:t>To preprocess and augment the NEU-DET dataset by mapping six defect categories into four unified classes: Crack, Scratch, Dent, and Defect Other.</a:t>
            </a:r>
          </a:p>
          <a:p>
            <a:pPr marL="342900" indent="-342900">
              <a:buFont typeface="Arial" panose="020B0604020202020204" pitchFamily="34" charset="0"/>
              <a:buChar char="•"/>
            </a:pPr>
            <a:r>
              <a:rPr lang="en-US" sz="1800" dirty="0"/>
              <a:t>To visualize defect-affected regions on product images using Grad-CAM heatmap activation maps for better model interpretability.</a:t>
            </a:r>
          </a:p>
          <a:p>
            <a:pPr marL="342900" indent="-342900">
              <a:buFont typeface="Arial" panose="020B0604020202020204" pitchFamily="34" charset="0"/>
              <a:buChar char="•"/>
            </a:pPr>
            <a:r>
              <a:rPr lang="en-US" sz="1800" dirty="0"/>
              <a:t>To evaluate model performance using Accuracy, Precision, Recall, F1-Score, and Confusion Matrix for reliable quality assessment.</a:t>
            </a:r>
          </a:p>
          <a:p>
            <a:pPr marL="342900" indent="-342900">
              <a:buFont typeface="Arial" panose="020B0604020202020204" pitchFamily="34" charset="0"/>
              <a:buChar char="•"/>
            </a:pPr>
            <a:r>
              <a:rPr lang="en-US" sz="1800" dirty="0"/>
              <a:t>To deploy a real-time inference application using </a:t>
            </a:r>
            <a:r>
              <a:rPr lang="en-US" sz="1800" dirty="0" err="1"/>
              <a:t>Streamlit</a:t>
            </a:r>
            <a:r>
              <a:rPr lang="en-US" sz="1800" dirty="0"/>
              <a:t> that allows quality control engineers to upload images and instantly receive defect predictions with confidence scores.</a:t>
            </a:r>
            <a:endParaRPr sz="1800" dirty="0"/>
          </a:p>
        </p:txBody>
      </p:sp>
      <p:sp>
        <p:nvSpPr>
          <p:cNvPr id="141" name="Google Shape;103;p16"/>
          <p:cNvSpPr txBox="1">
            <a:spLocks noGrp="1"/>
          </p:cNvSpPr>
          <p:nvPr>
            <p:ph type="title"/>
          </p:nvPr>
        </p:nvSpPr>
        <p:spPr>
          <a:xfrm>
            <a:off x="533400" y="98108"/>
            <a:ext cx="8229600" cy="1143001"/>
          </a:xfrm>
          <a:prstGeom prst="rect">
            <a:avLst/>
          </a:prstGeom>
        </p:spPr>
        <p:txBody>
          <a:bodyPr/>
          <a:lstStyle>
            <a:lvl1pPr algn="ctr">
              <a:defRPr sz="3000" b="1">
                <a:solidFill>
                  <a:srgbClr val="000000"/>
                </a:solidFill>
                <a:latin typeface="Times New Roman"/>
                <a:ea typeface="Times New Roman"/>
                <a:cs typeface="Times New Roman"/>
                <a:sym typeface="Times New Roman"/>
              </a:defRPr>
            </a:lvl1pPr>
          </a:lstStyle>
          <a:p>
            <a:r>
              <a:t>OBJECTIVE</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Google Shape;122;p19"/>
          <p:cNvSpPr txBox="1"/>
          <p:nvPr/>
        </p:nvSpPr>
        <p:spPr>
          <a:xfrm>
            <a:off x="1821972" y="402021"/>
            <a:ext cx="6690351" cy="5070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p>
            <a:pPr lvl="2" indent="914400">
              <a:defRPr sz="3000" b="1">
                <a:latin typeface="Times New Roman"/>
                <a:ea typeface="Times New Roman"/>
                <a:cs typeface="Times New Roman"/>
                <a:sym typeface="Times New Roman"/>
              </a:defRPr>
            </a:pPr>
            <a:r>
              <a:t>LITERATURE SURVEY</a:t>
            </a:r>
          </a:p>
        </p:txBody>
      </p:sp>
      <p:graphicFrame>
        <p:nvGraphicFramePr>
          <p:cNvPr id="144" name="Table 1-1"/>
          <p:cNvGraphicFramePr/>
          <p:nvPr>
            <p:extLst>
              <p:ext uri="{D42A27DB-BD31-4B8C-83A1-F6EECF244321}">
                <p14:modId xmlns:p14="http://schemas.microsoft.com/office/powerpoint/2010/main" val="2059684091"/>
              </p:ext>
            </p:extLst>
          </p:nvPr>
        </p:nvGraphicFramePr>
        <p:xfrm>
          <a:off x="1226824" y="1179322"/>
          <a:ext cx="6690351" cy="2661157"/>
        </p:xfrm>
        <a:graphic>
          <a:graphicData uri="http://schemas.openxmlformats.org/drawingml/2006/table">
            <a:tbl>
              <a:tblPr bandRow="1">
                <a:tableStyleId>{4C3C2611-4C71-4FC5-86AE-919BDF0F9419}</a:tableStyleId>
              </a:tblPr>
              <a:tblGrid>
                <a:gridCol w="1085675">
                  <a:extLst>
                    <a:ext uri="{9D8B030D-6E8A-4147-A177-3AD203B41FA5}">
                      <a16:colId xmlns:a16="http://schemas.microsoft.com/office/drawing/2014/main" val="20000"/>
                    </a:ext>
                  </a:extLst>
                </a:gridCol>
                <a:gridCol w="1737716">
                  <a:extLst>
                    <a:ext uri="{9D8B030D-6E8A-4147-A177-3AD203B41FA5}">
                      <a16:colId xmlns:a16="http://schemas.microsoft.com/office/drawing/2014/main" val="20001"/>
                    </a:ext>
                  </a:extLst>
                </a:gridCol>
                <a:gridCol w="2473516">
                  <a:extLst>
                    <a:ext uri="{9D8B030D-6E8A-4147-A177-3AD203B41FA5}">
                      <a16:colId xmlns:a16="http://schemas.microsoft.com/office/drawing/2014/main" val="20003"/>
                    </a:ext>
                  </a:extLst>
                </a:gridCol>
                <a:gridCol w="1393444">
                  <a:extLst>
                    <a:ext uri="{9D8B030D-6E8A-4147-A177-3AD203B41FA5}">
                      <a16:colId xmlns:a16="http://schemas.microsoft.com/office/drawing/2014/main" val="20004"/>
                    </a:ext>
                  </a:extLst>
                </a:gridCol>
              </a:tblGrid>
              <a:tr h="476311">
                <a:tc>
                  <a:txBody>
                    <a:bodyPr/>
                    <a:lstStyle/>
                    <a:p>
                      <a:pPr algn="ctr">
                        <a:lnSpc>
                          <a:spcPct val="120000"/>
                        </a:lnSpc>
                        <a:defRPr sz="1800"/>
                      </a:pPr>
                      <a:r>
                        <a:rPr sz="1200" b="1" cap="all" dirty="0">
                          <a:latin typeface="Times New Roman" panose="02020603050405020304" pitchFamily="18" charset="0"/>
                          <a:ea typeface="Times New Roman"/>
                          <a:cs typeface="Times New Roman" panose="02020603050405020304" pitchFamily="18" charset="0"/>
                          <a:sym typeface="Times New Roman"/>
                        </a:rPr>
                        <a:t>Author &amp; Year</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tc>
                  <a:txBody>
                    <a:bodyPr/>
                    <a:lstStyle/>
                    <a:p>
                      <a:pPr algn="ctr">
                        <a:lnSpc>
                          <a:spcPct val="120000"/>
                        </a:lnSpc>
                        <a:defRPr sz="1800"/>
                      </a:pPr>
                      <a:r>
                        <a:rPr sz="1200" b="1" cap="all">
                          <a:latin typeface="Times New Roman" panose="02020603050405020304" pitchFamily="18" charset="0"/>
                          <a:ea typeface="Times New Roman"/>
                          <a:cs typeface="Times New Roman" panose="02020603050405020304" pitchFamily="18" charset="0"/>
                          <a:sym typeface="Times New Roman"/>
                        </a:rPr>
                        <a:t>Paper Title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tc>
                  <a:txBody>
                    <a:bodyPr/>
                    <a:lstStyle/>
                    <a:p>
                      <a:pPr algn="ctr">
                        <a:lnSpc>
                          <a:spcPct val="120000"/>
                        </a:lnSpc>
                        <a:defRPr sz="1800"/>
                      </a:pPr>
                      <a:r>
                        <a:rPr lang="en-IN" sz="1200" b="1" cap="all" dirty="0">
                          <a:latin typeface="Times New Roman" panose="02020603050405020304" pitchFamily="18" charset="0"/>
                          <a:ea typeface="Times New Roman"/>
                          <a:cs typeface="Times New Roman" panose="02020603050405020304" pitchFamily="18" charset="0"/>
                          <a:sym typeface="Times New Roman"/>
                        </a:rPr>
                        <a:t>METHODOLOGY</a:t>
                      </a:r>
                      <a:endParaRPr sz="1200" b="1" cap="all" dirty="0">
                        <a:latin typeface="Times New Roman" panose="02020603050405020304" pitchFamily="18" charset="0"/>
                        <a:ea typeface="Times New Roman"/>
                        <a:cs typeface="Times New Roman" panose="02020603050405020304" pitchFamily="18" charset="0"/>
                        <a:sym typeface="Times New Roman"/>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tc>
                  <a:txBody>
                    <a:bodyPr/>
                    <a:lstStyle/>
                    <a:p>
                      <a:pPr algn="ctr">
                        <a:lnSpc>
                          <a:spcPct val="120000"/>
                        </a:lnSpc>
                        <a:defRPr sz="1800"/>
                      </a:pPr>
                      <a:r>
                        <a:rPr lang="en-IN" sz="1200" b="1" cap="all" dirty="0">
                          <a:latin typeface="Times New Roman" panose="02020603050405020304" pitchFamily="18" charset="0"/>
                          <a:ea typeface="Times New Roman"/>
                          <a:cs typeface="Times New Roman" panose="02020603050405020304" pitchFamily="18" charset="0"/>
                          <a:sym typeface="Times New Roman"/>
                        </a:rPr>
                        <a:t>METRICS</a:t>
                      </a:r>
                      <a:endParaRPr sz="1200" b="1" cap="all" dirty="0">
                        <a:latin typeface="Times New Roman" panose="02020603050405020304" pitchFamily="18" charset="0"/>
                        <a:ea typeface="Times New Roman"/>
                        <a:cs typeface="Times New Roman" panose="02020603050405020304" pitchFamily="18" charset="0"/>
                        <a:sym typeface="Times New Roman"/>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extLst>
                  <a:ext uri="{0D108BD9-81ED-4DB2-BD59-A6C34878D82A}">
                    <a16:rowId xmlns:a16="http://schemas.microsoft.com/office/drawing/2014/main" val="10000"/>
                  </a:ext>
                </a:extLst>
              </a:tr>
              <a:tr h="728282">
                <a:tc>
                  <a:txBody>
                    <a:bodyPr/>
                    <a:lstStyle/>
                    <a:p>
                      <a:pPr algn="ctr">
                        <a:lnSpc>
                          <a:spcPct val="120000"/>
                        </a:lnSpc>
                        <a:defRPr sz="1800"/>
                      </a:pPr>
                      <a:r>
                        <a:rPr lang="en-IN" sz="1200" dirty="0">
                          <a:latin typeface="Times New Roman" panose="02020603050405020304" pitchFamily="18" charset="0"/>
                          <a:cs typeface="Times New Roman" panose="02020603050405020304" pitchFamily="18" charset="0"/>
                        </a:rPr>
                        <a:t>IEEE Access</a:t>
                      </a:r>
                      <a:r>
                        <a:rPr sz="1200" dirty="0">
                          <a:latin typeface="Times New Roman" panose="02020603050405020304" pitchFamily="18" charset="0"/>
                          <a:ea typeface="Times New Roman"/>
                          <a:cs typeface="Times New Roman" panose="02020603050405020304" pitchFamily="18" charset="0"/>
                          <a:sym typeface="Times New Roman"/>
                        </a:rPr>
                        <a:t>. (20</a:t>
                      </a:r>
                      <a:r>
                        <a:rPr lang="en-IN" sz="1200" dirty="0">
                          <a:latin typeface="Times New Roman" panose="02020603050405020304" pitchFamily="18" charset="0"/>
                          <a:ea typeface="Times New Roman"/>
                          <a:cs typeface="Times New Roman" panose="02020603050405020304" pitchFamily="18" charset="0"/>
                          <a:sym typeface="Times New Roman"/>
                        </a:rPr>
                        <a:t>21</a:t>
                      </a:r>
                      <a:r>
                        <a:rPr sz="1200" dirty="0">
                          <a:latin typeface="Times New Roman" panose="02020603050405020304" pitchFamily="18" charset="0"/>
                          <a:ea typeface="Times New Roman"/>
                          <a:cs typeface="Times New Roman" panose="02020603050405020304" pitchFamily="18" charset="0"/>
                          <a:sym typeface="Times New Roman"/>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ct val="120000"/>
                        </a:lnSpc>
                        <a:defRPr sz="1800"/>
                      </a:pPr>
                      <a:r>
                        <a:rPr lang="en-US" sz="1200" dirty="0">
                          <a:latin typeface="Times New Roman" panose="02020603050405020304" pitchFamily="18" charset="0"/>
                          <a:cs typeface="Times New Roman" panose="02020603050405020304" pitchFamily="18" charset="0"/>
                        </a:rPr>
                        <a:t>Surface Defect Detection Using Deep CNNs</a:t>
                      </a:r>
                      <a:endParaRPr sz="1200" dirty="0">
                        <a:latin typeface="Times New Roman" panose="02020603050405020304" pitchFamily="18" charset="0"/>
                        <a:ea typeface="Times New Roman"/>
                        <a:cs typeface="Times New Roman" panose="02020603050405020304" pitchFamily="18" charset="0"/>
                        <a:sym typeface="Times New Roman"/>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ct val="120000"/>
                        </a:lnSpc>
                        <a:defRPr sz="1800"/>
                      </a:pPr>
                      <a:r>
                        <a:rPr lang="en-IN" sz="1200" dirty="0">
                          <a:latin typeface="Times New Roman" panose="02020603050405020304" pitchFamily="18" charset="0"/>
                          <a:cs typeface="Times New Roman" panose="02020603050405020304" pitchFamily="18" charset="0"/>
                        </a:rPr>
                        <a:t>Custom CNN, Data Augmentation</a:t>
                      </a:r>
                      <a:endParaRPr sz="1200" dirty="0">
                        <a:latin typeface="Times New Roman" panose="02020603050405020304" pitchFamily="18" charset="0"/>
                        <a:ea typeface="Times New Roman"/>
                        <a:cs typeface="Times New Roman" panose="02020603050405020304" pitchFamily="18" charset="0"/>
                        <a:sym typeface="Times New Roman"/>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ct val="120000"/>
                        </a:lnSpc>
                        <a:defRPr sz="1800"/>
                      </a:pPr>
                      <a:r>
                        <a:rPr lang="en-IN" sz="1200" dirty="0">
                          <a:latin typeface="Times New Roman" panose="02020603050405020304" pitchFamily="18" charset="0"/>
                          <a:cs typeface="Times New Roman" panose="02020603050405020304" pitchFamily="18" charset="0"/>
                        </a:rPr>
                        <a:t>Accuracy: 93%</a:t>
                      </a:r>
                      <a:endParaRPr sz="1200" dirty="0">
                        <a:latin typeface="Times New Roman" panose="02020603050405020304" pitchFamily="18" charset="0"/>
                        <a:ea typeface="Times New Roman"/>
                        <a:cs typeface="Times New Roman" panose="02020603050405020304" pitchFamily="18" charset="0"/>
                        <a:sym typeface="Times New Roman"/>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8282">
                <a:tc>
                  <a:txBody>
                    <a:bodyPr/>
                    <a:lstStyle/>
                    <a:p>
                      <a:pPr algn="ctr">
                        <a:lnSpc>
                          <a:spcPct val="120000"/>
                        </a:lnSpc>
                        <a:defRPr sz="1800"/>
                      </a:pPr>
                      <a:r>
                        <a:rPr lang="en-IN" sz="1200" dirty="0">
                          <a:latin typeface="Times New Roman" panose="02020603050405020304" pitchFamily="18" charset="0"/>
                          <a:cs typeface="Times New Roman" panose="02020603050405020304" pitchFamily="18" charset="0"/>
                        </a:rPr>
                        <a:t>Elsevier (Pattern Recognition)</a:t>
                      </a:r>
                      <a:r>
                        <a:rPr sz="1200" dirty="0">
                          <a:latin typeface="Times New Roman" panose="02020603050405020304" pitchFamily="18" charset="0"/>
                          <a:ea typeface="Times New Roman"/>
                          <a:cs typeface="Times New Roman" panose="02020603050405020304" pitchFamily="18" charset="0"/>
                          <a:sym typeface="Times New Roman"/>
                        </a:rPr>
                        <a:t>. (20</a:t>
                      </a:r>
                      <a:r>
                        <a:rPr lang="en-IN" sz="1200" dirty="0">
                          <a:latin typeface="Times New Roman" panose="02020603050405020304" pitchFamily="18" charset="0"/>
                          <a:ea typeface="Times New Roman"/>
                          <a:cs typeface="Times New Roman" panose="02020603050405020304" pitchFamily="18" charset="0"/>
                          <a:sym typeface="Times New Roman"/>
                        </a:rPr>
                        <a:t>22</a:t>
                      </a:r>
                      <a:r>
                        <a:rPr sz="1200" dirty="0">
                          <a:latin typeface="Times New Roman" panose="02020603050405020304" pitchFamily="18" charset="0"/>
                          <a:ea typeface="Times New Roman"/>
                          <a:cs typeface="Times New Roman" panose="02020603050405020304" pitchFamily="18" charset="0"/>
                          <a:sym typeface="Times New Roman"/>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tc>
                  <a:txBody>
                    <a:bodyPr/>
                    <a:lstStyle/>
                    <a:p>
                      <a:pPr algn="ctr">
                        <a:lnSpc>
                          <a:spcPct val="120000"/>
                        </a:lnSpc>
                        <a:defRPr sz="1800"/>
                      </a:pPr>
                      <a:r>
                        <a:rPr lang="en-US" sz="1200" dirty="0">
                          <a:latin typeface="Times New Roman" panose="02020603050405020304" pitchFamily="18" charset="0"/>
                          <a:cs typeface="Times New Roman" panose="02020603050405020304" pitchFamily="18" charset="0"/>
                        </a:rPr>
                        <a:t>Transfer Learning for Industrial Defect Classification</a:t>
                      </a:r>
                      <a:endParaRPr sz="1200" dirty="0">
                        <a:latin typeface="Times New Roman" panose="02020603050405020304" pitchFamily="18" charset="0"/>
                        <a:ea typeface="Times New Roman"/>
                        <a:cs typeface="Times New Roman" panose="02020603050405020304" pitchFamily="18" charset="0"/>
                        <a:sym typeface="Times New Roman"/>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tc>
                  <a:txBody>
                    <a:bodyPr/>
                    <a:lstStyle/>
                    <a:p>
                      <a:pPr algn="ctr">
                        <a:lnSpc>
                          <a:spcPct val="120000"/>
                        </a:lnSpc>
                        <a:defRPr sz="1800"/>
                      </a:pPr>
                      <a:r>
                        <a:rPr lang="en-IN" sz="1200" dirty="0">
                          <a:latin typeface="Times New Roman" panose="02020603050405020304" pitchFamily="18" charset="0"/>
                          <a:cs typeface="Times New Roman" panose="02020603050405020304" pitchFamily="18" charset="0"/>
                        </a:rPr>
                        <a:t>ResNet50, VGG16, Fine-tuning</a:t>
                      </a:r>
                      <a:endParaRPr sz="1200" dirty="0">
                        <a:latin typeface="Times New Roman" panose="02020603050405020304" pitchFamily="18" charset="0"/>
                        <a:ea typeface="Times New Roman"/>
                        <a:cs typeface="Times New Roman" panose="02020603050405020304" pitchFamily="18" charset="0"/>
                        <a:sym typeface="Times New Roman"/>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tc>
                  <a:txBody>
                    <a:bodyPr/>
                    <a:lstStyle/>
                    <a:p>
                      <a:pPr algn="ctr">
                        <a:lnSpc>
                          <a:spcPct val="120000"/>
                        </a:lnSpc>
                        <a:defRPr sz="1800"/>
                      </a:pPr>
                      <a:r>
                        <a:rPr lang="en-IN" sz="1200" dirty="0">
                          <a:latin typeface="Times New Roman" panose="02020603050405020304" pitchFamily="18" charset="0"/>
                          <a:cs typeface="Times New Roman" panose="02020603050405020304" pitchFamily="18" charset="0"/>
                        </a:rPr>
                        <a:t>Accuracy: 96%</a:t>
                      </a:r>
                      <a:endParaRPr sz="1200" dirty="0">
                        <a:latin typeface="Times New Roman" panose="02020603050405020304" pitchFamily="18" charset="0"/>
                        <a:ea typeface="Times New Roman"/>
                        <a:cs typeface="Times New Roman" panose="02020603050405020304" pitchFamily="18" charset="0"/>
                        <a:sym typeface="Times New Roman"/>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extLst>
                  <a:ext uri="{0D108BD9-81ED-4DB2-BD59-A6C34878D82A}">
                    <a16:rowId xmlns:a16="http://schemas.microsoft.com/office/drawing/2014/main" val="10002"/>
                  </a:ext>
                </a:extLst>
              </a:tr>
              <a:tr h="728282">
                <a:tc>
                  <a:txBody>
                    <a:bodyPr/>
                    <a:lstStyle/>
                    <a:p>
                      <a:pPr algn="ctr">
                        <a:lnSpc>
                          <a:spcPct val="120000"/>
                        </a:lnSpc>
                        <a:defRPr sz="1800"/>
                      </a:pPr>
                      <a:r>
                        <a:rPr lang="en-IN" sz="1200" dirty="0">
                          <a:latin typeface="Times New Roman" panose="02020603050405020304" pitchFamily="18" charset="0"/>
                          <a:cs typeface="Times New Roman" panose="02020603050405020304" pitchFamily="18" charset="0"/>
                        </a:rPr>
                        <a:t>Springer (Neural Computing)</a:t>
                      </a:r>
                      <a:r>
                        <a:rPr sz="1200" dirty="0">
                          <a:latin typeface="Times New Roman" panose="02020603050405020304" pitchFamily="18" charset="0"/>
                          <a:ea typeface="Times New Roman"/>
                          <a:cs typeface="Times New Roman" panose="02020603050405020304" pitchFamily="18" charset="0"/>
                          <a:sym typeface="Times New Roman"/>
                        </a:rPr>
                        <a:t>. (20</a:t>
                      </a:r>
                      <a:r>
                        <a:rPr lang="en-IN" sz="1200" dirty="0">
                          <a:latin typeface="Times New Roman" panose="02020603050405020304" pitchFamily="18" charset="0"/>
                          <a:ea typeface="Times New Roman"/>
                          <a:cs typeface="Times New Roman" panose="02020603050405020304" pitchFamily="18" charset="0"/>
                          <a:sym typeface="Times New Roman"/>
                        </a:rPr>
                        <a:t>23</a:t>
                      </a:r>
                      <a:r>
                        <a:rPr sz="1200" dirty="0">
                          <a:latin typeface="Times New Roman" panose="02020603050405020304" pitchFamily="18" charset="0"/>
                          <a:ea typeface="Times New Roman"/>
                          <a:cs typeface="Times New Roman" panose="02020603050405020304" pitchFamily="18" charset="0"/>
                          <a:sym typeface="Times New Roman"/>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ct val="120000"/>
                        </a:lnSpc>
                        <a:defRPr sz="1800"/>
                      </a:pPr>
                      <a:r>
                        <a:rPr lang="en-US" sz="1200" dirty="0">
                          <a:latin typeface="Times New Roman" panose="02020603050405020304" pitchFamily="18" charset="0"/>
                          <a:cs typeface="Times New Roman" panose="02020603050405020304" pitchFamily="18" charset="0"/>
                        </a:rPr>
                        <a:t>Grad-CAM Based Defect Localization in Steel Surfaces</a:t>
                      </a:r>
                      <a:endParaRPr sz="1200" dirty="0">
                        <a:latin typeface="Times New Roman" panose="02020603050405020304" pitchFamily="18" charset="0"/>
                        <a:ea typeface="Times New Roman"/>
                        <a:cs typeface="Times New Roman" panose="02020603050405020304" pitchFamily="18" charset="0"/>
                        <a:sym typeface="Times New Roman"/>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ct val="120000"/>
                        </a:lnSpc>
                        <a:defRPr sz="1800"/>
                      </a:pPr>
                      <a:r>
                        <a:rPr lang="en-IN" sz="1200" dirty="0">
                          <a:latin typeface="Times New Roman" panose="02020603050405020304" pitchFamily="18" charset="0"/>
                          <a:cs typeface="Times New Roman" panose="02020603050405020304" pitchFamily="18" charset="0"/>
                        </a:rPr>
                        <a:t>ResNet18, Grad-CAM Visualization</a:t>
                      </a:r>
                      <a:endParaRPr sz="1200" dirty="0">
                        <a:latin typeface="Times New Roman" panose="02020603050405020304" pitchFamily="18" charset="0"/>
                        <a:ea typeface="Times New Roman"/>
                        <a:cs typeface="Times New Roman" panose="02020603050405020304" pitchFamily="18" charset="0"/>
                        <a:sym typeface="Times New Roman"/>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lnSpc>
                          <a:spcPct val="120000"/>
                        </a:lnSpc>
                        <a:defRPr sz="1800"/>
                      </a:pPr>
                      <a:r>
                        <a:rPr lang="en-IN" sz="1200" dirty="0">
                          <a:latin typeface="Times New Roman" panose="02020603050405020304" pitchFamily="18" charset="0"/>
                          <a:cs typeface="Times New Roman" panose="02020603050405020304" pitchFamily="18" charset="0"/>
                        </a:rPr>
                        <a:t>Accuracy: 97%</a:t>
                      </a:r>
                      <a:endParaRPr sz="1200" dirty="0">
                        <a:latin typeface="Times New Roman" panose="02020603050405020304" pitchFamily="18" charset="0"/>
                        <a:ea typeface="Times New Roman"/>
                        <a:cs typeface="Times New Roman" panose="02020603050405020304" pitchFamily="18" charset="0"/>
                        <a:sym typeface="Times New Roman"/>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Google Shape;115;p18"/>
          <p:cNvSpPr txBox="1"/>
          <p:nvPr/>
        </p:nvSpPr>
        <p:spPr>
          <a:xfrm>
            <a:off x="1976999" y="869729"/>
            <a:ext cx="6690351" cy="5070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p>
            <a:pPr lvl="2" indent="914400">
              <a:defRPr sz="3000" b="1">
                <a:latin typeface="Times New Roman"/>
                <a:ea typeface="Times New Roman"/>
                <a:cs typeface="Times New Roman"/>
                <a:sym typeface="Times New Roman"/>
              </a:defRPr>
            </a:pPr>
            <a:r>
              <a:t>EXISTING SYSTEM</a:t>
            </a:r>
          </a:p>
        </p:txBody>
      </p:sp>
      <p:sp>
        <p:nvSpPr>
          <p:cNvPr id="147" name="Relies on manual moderation, which is not scalable for billions of comments…"/>
          <p:cNvSpPr txBox="1"/>
          <p:nvPr/>
        </p:nvSpPr>
        <p:spPr>
          <a:xfrm>
            <a:off x="857232" y="1791484"/>
            <a:ext cx="8093291" cy="51153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42900" indent="-342900">
              <a:lnSpc>
                <a:spcPct val="150000"/>
              </a:lnSpc>
              <a:buFont typeface="Arial" panose="020B0604020202020204" pitchFamily="34" charset="0"/>
              <a:buChar char="•"/>
              <a:defRPr sz="2500">
                <a:latin typeface="Times New Roman"/>
                <a:ea typeface="Times New Roman"/>
                <a:cs typeface="Times New Roman"/>
                <a:sym typeface="Times New Roman"/>
              </a:defRPr>
            </a:pPr>
            <a:r>
              <a:rPr lang="en-US" sz="2000" dirty="0">
                <a:latin typeface="Times New Roman" panose="02020603050405020304" pitchFamily="18" charset="0"/>
                <a:cs typeface="Times New Roman" panose="02020603050405020304" pitchFamily="18" charset="0"/>
                <a:sym typeface="Times New Roman"/>
              </a:rPr>
              <a:t>Traditional surface defect detection relies on manual visual inspection by human operators, which is time-consuming and inconsistent.</a:t>
            </a:r>
          </a:p>
          <a:p>
            <a:pPr marL="342900" indent="-342900">
              <a:lnSpc>
                <a:spcPct val="150000"/>
              </a:lnSpc>
              <a:buFont typeface="Arial" panose="020B0604020202020204" pitchFamily="34" charset="0"/>
              <a:buChar char="•"/>
              <a:defRPr sz="2500">
                <a:latin typeface="Times New Roman"/>
                <a:ea typeface="Times New Roman"/>
                <a:cs typeface="Times New Roman"/>
                <a:sym typeface="Times New Roman"/>
              </a:defRPr>
            </a:pPr>
            <a:r>
              <a:rPr lang="en-US" sz="2000" dirty="0">
                <a:latin typeface="Times New Roman" panose="02020603050405020304" pitchFamily="18" charset="0"/>
                <a:cs typeface="Times New Roman" panose="02020603050405020304" pitchFamily="18" charset="0"/>
                <a:sym typeface="Times New Roman"/>
              </a:rPr>
              <a:t>Rule-based computer vision systems using handcrafted features like edge detection and texture analysis fail to generalize across complex defect patterns.</a:t>
            </a:r>
          </a:p>
          <a:p>
            <a:pPr marL="342900" indent="-342900">
              <a:lnSpc>
                <a:spcPct val="150000"/>
              </a:lnSpc>
              <a:buFont typeface="Arial" panose="020B0604020202020204" pitchFamily="34" charset="0"/>
              <a:buChar char="•"/>
              <a:defRPr sz="2500">
                <a:latin typeface="Times New Roman"/>
                <a:ea typeface="Times New Roman"/>
                <a:cs typeface="Times New Roman"/>
                <a:sym typeface="Times New Roman"/>
              </a:defRPr>
            </a:pPr>
            <a:r>
              <a:rPr lang="en-US" sz="2000" dirty="0">
                <a:latin typeface="Times New Roman" panose="02020603050405020304" pitchFamily="18" charset="0"/>
                <a:cs typeface="Times New Roman" panose="02020603050405020304" pitchFamily="18" charset="0"/>
                <a:sym typeface="Times New Roman"/>
              </a:rPr>
              <a:t>Conventional ML methods like SVM and Random Forests require manual feature engineering and struggle with varying lighting and surface textures.</a:t>
            </a:r>
          </a:p>
          <a:p>
            <a:pPr marL="342900" indent="-342900">
              <a:lnSpc>
                <a:spcPct val="150000"/>
              </a:lnSpc>
              <a:buFont typeface="Arial" panose="020B0604020202020204" pitchFamily="34" charset="0"/>
              <a:buChar char="•"/>
              <a:defRPr sz="2500">
                <a:latin typeface="Times New Roman"/>
                <a:ea typeface="Times New Roman"/>
                <a:cs typeface="Times New Roman"/>
                <a:sym typeface="Times New Roman"/>
              </a:defRPr>
            </a:pPr>
            <a:r>
              <a:rPr lang="en-US" sz="2000" dirty="0">
                <a:latin typeface="Times New Roman" panose="02020603050405020304" pitchFamily="18" charset="0"/>
                <a:cs typeface="Times New Roman" panose="02020603050405020304" pitchFamily="18" charset="0"/>
                <a:sym typeface="Times New Roman"/>
              </a:rPr>
              <a:t>These systems are not scalable for high-speed production lines and produce high false positive rates affecting overall product quality.</a:t>
            </a:r>
            <a:endParaRPr sz="2000" dirty="0">
              <a:latin typeface="Times New Roman" panose="02020603050405020304" pitchFamily="18" charset="0"/>
              <a:cs typeface="Times New Roman" panose="02020603050405020304" pitchFamily="18" charset="0"/>
            </a:endParaRPr>
          </a:p>
          <a:p>
            <a:pPr defTabSz="457200">
              <a:lnSpc>
                <a:spcPct val="150000"/>
              </a:lnSpc>
              <a:defRPr sz="1200">
                <a:latin typeface="Times Roman"/>
                <a:ea typeface="Times Roman"/>
                <a:cs typeface="Times Roman"/>
                <a:sym typeface="Times Roman"/>
              </a:defRPr>
            </a:pPr>
            <a:endParaRPr sz="2000" dirty="0">
              <a:latin typeface="Times New Roman" panose="02020603050405020304" pitchFamily="18" charset="0"/>
              <a:cs typeface="Times New Roman" panose="02020603050405020304" pitchFamily="18" charset="0"/>
            </a:endParaRPr>
          </a:p>
          <a:p>
            <a:pPr defTabSz="457200">
              <a:lnSpc>
                <a:spcPct val="150000"/>
              </a:lnSpc>
              <a:defRPr sz="1200">
                <a:latin typeface="Times Roman"/>
                <a:ea typeface="Times Roman"/>
                <a:cs typeface="Times Roman"/>
                <a:sym typeface="Times Roman"/>
              </a:defRPr>
            </a:pPr>
            <a:endParaRPr sz="2000" dirty="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Google Shape;127;p20"/>
          <p:cNvSpPr txBox="1"/>
          <p:nvPr/>
        </p:nvSpPr>
        <p:spPr>
          <a:xfrm>
            <a:off x="1729172" y="425005"/>
            <a:ext cx="6690351" cy="5070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p>
            <a:pPr lvl="2" indent="914400">
              <a:defRPr sz="3000" b="1" cap="all">
                <a:latin typeface="Times New Roman"/>
                <a:ea typeface="Times New Roman"/>
                <a:cs typeface="Times New Roman"/>
                <a:sym typeface="Times New Roman"/>
              </a:defRPr>
            </a:pPr>
            <a:r>
              <a:rPr dirty="0"/>
              <a:t>Work flow Diagram</a:t>
            </a:r>
          </a:p>
        </p:txBody>
      </p:sp>
      <p:sp>
        <p:nvSpPr>
          <p:cNvPr id="150" name="Text"/>
          <p:cNvSpPr txBox="1"/>
          <p:nvPr/>
        </p:nvSpPr>
        <p:spPr>
          <a:xfrm>
            <a:off x="3161501" y="1725620"/>
            <a:ext cx="3633693" cy="47428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167"/>
            </a:pPr>
            <a:endParaRPr/>
          </a:p>
        </p:txBody>
      </p:sp>
      <p:pic>
        <p:nvPicPr>
          <p:cNvPr id="7" name="Picture 6">
            <a:extLst>
              <a:ext uri="{FF2B5EF4-FFF2-40B4-BE49-F238E27FC236}">
                <a16:creationId xmlns:a16="http://schemas.microsoft.com/office/drawing/2014/main" id="{A011BC8D-6827-34B2-9FF8-9592187404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89218" y="913378"/>
            <a:ext cx="2899860" cy="5944622"/>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Google Shape;135;p21"/>
          <p:cNvSpPr txBox="1">
            <a:spLocks noGrp="1"/>
          </p:cNvSpPr>
          <p:nvPr>
            <p:ph type="title"/>
          </p:nvPr>
        </p:nvSpPr>
        <p:spPr>
          <a:xfrm>
            <a:off x="571500" y="242393"/>
            <a:ext cx="8229600" cy="1143001"/>
          </a:xfrm>
          <a:prstGeom prst="rect">
            <a:avLst/>
          </a:prstGeom>
        </p:spPr>
        <p:txBody>
          <a:bodyPr/>
          <a:lstStyle>
            <a:lvl1pPr algn="ctr">
              <a:defRPr sz="3000" b="1">
                <a:solidFill>
                  <a:srgbClr val="000000"/>
                </a:solidFill>
                <a:latin typeface="Times New Roman"/>
                <a:ea typeface="Times New Roman"/>
                <a:cs typeface="Times New Roman"/>
                <a:sym typeface="Times New Roman"/>
              </a:defRPr>
            </a:lvl1pPr>
          </a:lstStyle>
          <a:p>
            <a:r>
              <a:t>SOFTWARE / HARDWARE REQUIREMENTS</a:t>
            </a:r>
          </a:p>
        </p:txBody>
      </p:sp>
      <p:sp>
        <p:nvSpPr>
          <p:cNvPr id="154" name="Google Shape;136;p21"/>
          <p:cNvSpPr txBox="1">
            <a:spLocks noGrp="1"/>
          </p:cNvSpPr>
          <p:nvPr>
            <p:ph type="body" idx="1"/>
          </p:nvPr>
        </p:nvSpPr>
        <p:spPr>
          <a:xfrm>
            <a:off x="685800" y="1600200"/>
            <a:ext cx="8001000" cy="4889090"/>
          </a:xfrm>
          <a:prstGeom prst="rect">
            <a:avLst/>
          </a:prstGeom>
        </p:spPr>
        <p:txBody>
          <a:bodyPr>
            <a:normAutofit/>
          </a:bodyPr>
          <a:lstStyle/>
          <a:p>
            <a:pPr marL="0" indent="0" algn="just">
              <a:lnSpc>
                <a:spcPct val="150000"/>
              </a:lnSpc>
              <a:spcBef>
                <a:spcPts val="0"/>
              </a:spcBef>
              <a:buSzTx/>
              <a:buNone/>
              <a:defRPr>
                <a:latin typeface="Times New Roman"/>
                <a:ea typeface="Times New Roman"/>
                <a:cs typeface="Times New Roman"/>
                <a:sym typeface="Times New Roman"/>
              </a:defRPr>
            </a:pPr>
            <a:r>
              <a:rPr b="1" dirty="0"/>
              <a:t>Hardware Specifications:</a:t>
            </a:r>
          </a:p>
          <a:p>
            <a:pPr indent="-317500" algn="just" defTabSz="457200">
              <a:lnSpc>
                <a:spcPct val="150000"/>
              </a:lnSpc>
              <a:spcBef>
                <a:spcPts val="0"/>
              </a:spcBef>
              <a:buClrTx/>
              <a:buSzPct val="100000"/>
              <a:buFont typeface="Times Roman"/>
              <a:buChar char="•"/>
              <a:defRPr sz="1500">
                <a:latin typeface="Times New Roman"/>
                <a:ea typeface="Times New Roman"/>
                <a:cs typeface="Times New Roman"/>
                <a:sym typeface="Times New Roman"/>
              </a:defRPr>
            </a:pPr>
            <a:r>
              <a:rPr lang="en-US" sz="1500" dirty="0">
                <a:sym typeface="Times New Roman"/>
              </a:rPr>
              <a:t>Processor: Intel Core i5 or above</a:t>
            </a:r>
          </a:p>
          <a:p>
            <a:pPr indent="-317500" algn="just" defTabSz="457200">
              <a:lnSpc>
                <a:spcPct val="120000"/>
              </a:lnSpc>
              <a:spcBef>
                <a:spcPts val="0"/>
              </a:spcBef>
              <a:buClrTx/>
              <a:buSzPct val="100000"/>
              <a:buFont typeface="Times Roman"/>
              <a:buChar char="•"/>
              <a:defRPr sz="1500">
                <a:latin typeface="Times New Roman"/>
                <a:ea typeface="Times New Roman"/>
                <a:cs typeface="Times New Roman"/>
                <a:sym typeface="Times New Roman"/>
              </a:defRPr>
            </a:pPr>
            <a:r>
              <a:rPr lang="en-US" sz="1500" dirty="0">
                <a:sym typeface="Times New Roman"/>
              </a:rPr>
              <a:t>RAM: 8 GB minimum (16 GB recommended)</a:t>
            </a:r>
          </a:p>
          <a:p>
            <a:pPr indent="-317500" algn="just" defTabSz="457200">
              <a:lnSpc>
                <a:spcPct val="120000"/>
              </a:lnSpc>
              <a:spcBef>
                <a:spcPts val="0"/>
              </a:spcBef>
              <a:buClrTx/>
              <a:buSzPct val="100000"/>
              <a:buFont typeface="Times Roman"/>
              <a:buChar char="•"/>
              <a:defRPr sz="1500">
                <a:latin typeface="Times New Roman"/>
                <a:ea typeface="Times New Roman"/>
                <a:cs typeface="Times New Roman"/>
                <a:sym typeface="Times New Roman"/>
              </a:defRPr>
            </a:pPr>
            <a:r>
              <a:rPr lang="en-US" sz="1500" dirty="0">
                <a:sym typeface="Times New Roman"/>
              </a:rPr>
              <a:t>GPU: NVIDIA CUDA-compatible GPU (recommended for training)</a:t>
            </a:r>
          </a:p>
          <a:p>
            <a:pPr indent="-317500" algn="just" defTabSz="457200">
              <a:lnSpc>
                <a:spcPct val="120000"/>
              </a:lnSpc>
              <a:spcBef>
                <a:spcPts val="0"/>
              </a:spcBef>
              <a:buClrTx/>
              <a:buSzPct val="100000"/>
              <a:buFont typeface="Times Roman"/>
              <a:buChar char="•"/>
              <a:defRPr sz="1500">
                <a:latin typeface="Times New Roman"/>
                <a:ea typeface="Times New Roman"/>
                <a:cs typeface="Times New Roman"/>
                <a:sym typeface="Times New Roman"/>
              </a:defRPr>
            </a:pPr>
            <a:r>
              <a:rPr lang="en-US" sz="1500" dirty="0">
                <a:sym typeface="Times New Roman"/>
              </a:rPr>
              <a:t>Storage: 10 GB free disk space</a:t>
            </a:r>
            <a:endParaRPr dirty="0"/>
          </a:p>
          <a:p>
            <a:pPr marL="0" indent="0" algn="just">
              <a:lnSpc>
                <a:spcPct val="150000"/>
              </a:lnSpc>
              <a:spcBef>
                <a:spcPts val="400"/>
              </a:spcBef>
              <a:buSzTx/>
              <a:buNone/>
              <a:defRPr>
                <a:latin typeface="Times New Roman"/>
                <a:ea typeface="Times New Roman"/>
                <a:cs typeface="Times New Roman"/>
                <a:sym typeface="Times New Roman"/>
              </a:defRPr>
            </a:pPr>
            <a:r>
              <a:rPr b="1" dirty="0"/>
              <a:t>Software </a:t>
            </a:r>
            <a:r>
              <a:rPr lang="en-IN" b="1" dirty="0"/>
              <a:t>Requirements</a:t>
            </a:r>
            <a:r>
              <a:rPr b="1" dirty="0"/>
              <a:t>:</a:t>
            </a:r>
          </a:p>
          <a:p>
            <a:pPr marL="120315" indent="-120315" algn="just" defTabSz="457200">
              <a:lnSpc>
                <a:spcPct val="150000"/>
              </a:lnSpc>
              <a:spcBef>
                <a:spcPts val="0"/>
              </a:spcBef>
              <a:buClrTx/>
              <a:buSzPct val="100000"/>
              <a:buFontTx/>
              <a:buChar char="•"/>
              <a:defRPr sz="1500">
                <a:latin typeface="Times New Roman"/>
                <a:ea typeface="Times New Roman"/>
                <a:cs typeface="Times New Roman"/>
                <a:sym typeface="Times New Roman"/>
              </a:defRPr>
            </a:pPr>
            <a:r>
              <a:rPr lang="en-US" sz="1500" dirty="0">
                <a:sym typeface="Times New Roman"/>
              </a:rPr>
              <a:t>Python — Backend and model development</a:t>
            </a:r>
          </a:p>
          <a:p>
            <a:pPr marL="120315" indent="-120315" algn="just" defTabSz="457200">
              <a:lnSpc>
                <a:spcPct val="120000"/>
              </a:lnSpc>
              <a:spcBef>
                <a:spcPts val="0"/>
              </a:spcBef>
              <a:buClrTx/>
              <a:buSzPct val="100000"/>
              <a:buFontTx/>
              <a:buChar char="•"/>
              <a:defRPr sz="1500">
                <a:latin typeface="Times New Roman"/>
                <a:ea typeface="Times New Roman"/>
                <a:cs typeface="Times New Roman"/>
                <a:sym typeface="Times New Roman"/>
              </a:defRPr>
            </a:pPr>
            <a:r>
              <a:rPr lang="en-US" sz="1500" dirty="0" err="1">
                <a:sym typeface="Times New Roman"/>
              </a:rPr>
              <a:t>PyTorch</a:t>
            </a:r>
            <a:r>
              <a:rPr lang="en-US" sz="1500" dirty="0">
                <a:sym typeface="Times New Roman"/>
              </a:rPr>
              <a:t> / </a:t>
            </a:r>
            <a:r>
              <a:rPr lang="en-US" sz="1500" dirty="0" err="1">
                <a:sym typeface="Times New Roman"/>
              </a:rPr>
              <a:t>TorchVision</a:t>
            </a:r>
            <a:r>
              <a:rPr lang="en-US" sz="1500" dirty="0">
                <a:sym typeface="Times New Roman"/>
              </a:rPr>
              <a:t> — CNN and Transfer Learning models</a:t>
            </a:r>
          </a:p>
          <a:p>
            <a:pPr marL="120315" indent="-120315" algn="just" defTabSz="457200">
              <a:lnSpc>
                <a:spcPct val="120000"/>
              </a:lnSpc>
              <a:spcBef>
                <a:spcPts val="0"/>
              </a:spcBef>
              <a:buClrTx/>
              <a:buSzPct val="100000"/>
              <a:buFontTx/>
              <a:buChar char="•"/>
              <a:defRPr sz="1500">
                <a:latin typeface="Times New Roman"/>
                <a:ea typeface="Times New Roman"/>
                <a:cs typeface="Times New Roman"/>
                <a:sym typeface="Times New Roman"/>
              </a:defRPr>
            </a:pPr>
            <a:r>
              <a:rPr lang="en-US" sz="1500" dirty="0" err="1">
                <a:sym typeface="Times New Roman"/>
              </a:rPr>
              <a:t>Streamlit</a:t>
            </a:r>
            <a:r>
              <a:rPr lang="en-US" sz="1500" dirty="0">
                <a:sym typeface="Times New Roman"/>
              </a:rPr>
              <a:t> — Interactive inference web application</a:t>
            </a:r>
          </a:p>
          <a:p>
            <a:pPr marL="120315" indent="-120315" algn="just" defTabSz="457200">
              <a:lnSpc>
                <a:spcPct val="120000"/>
              </a:lnSpc>
              <a:spcBef>
                <a:spcPts val="0"/>
              </a:spcBef>
              <a:buClrTx/>
              <a:buSzPct val="100000"/>
              <a:buFontTx/>
              <a:buChar char="•"/>
              <a:defRPr sz="1500">
                <a:latin typeface="Times New Roman"/>
                <a:ea typeface="Times New Roman"/>
                <a:cs typeface="Times New Roman"/>
                <a:sym typeface="Times New Roman"/>
              </a:defRPr>
            </a:pPr>
            <a:r>
              <a:rPr lang="en-US" sz="1500" dirty="0">
                <a:sym typeface="Times New Roman"/>
              </a:rPr>
              <a:t>OpenCV / Pillow — Image preprocessing and visualization</a:t>
            </a:r>
          </a:p>
          <a:p>
            <a:pPr marL="120315" indent="-120315" algn="just" defTabSz="457200">
              <a:lnSpc>
                <a:spcPct val="120000"/>
              </a:lnSpc>
              <a:spcBef>
                <a:spcPts val="0"/>
              </a:spcBef>
              <a:buClrTx/>
              <a:buSzPct val="100000"/>
              <a:buFontTx/>
              <a:buChar char="•"/>
              <a:defRPr sz="1500">
                <a:latin typeface="Times New Roman"/>
                <a:ea typeface="Times New Roman"/>
                <a:cs typeface="Times New Roman"/>
                <a:sym typeface="Times New Roman"/>
              </a:defRPr>
            </a:pPr>
            <a:r>
              <a:rPr lang="en-US" sz="1500" dirty="0">
                <a:sym typeface="Times New Roman"/>
              </a:rPr>
              <a:t>Scikit-learn — Model evaluation and metrics</a:t>
            </a:r>
          </a:p>
          <a:p>
            <a:pPr marL="120315" indent="-120315" algn="just" defTabSz="457200">
              <a:lnSpc>
                <a:spcPct val="120000"/>
              </a:lnSpc>
              <a:spcBef>
                <a:spcPts val="0"/>
              </a:spcBef>
              <a:buClrTx/>
              <a:buSzPct val="100000"/>
              <a:buFontTx/>
              <a:buChar char="•"/>
              <a:defRPr sz="1500">
                <a:latin typeface="Times New Roman"/>
                <a:ea typeface="Times New Roman"/>
                <a:cs typeface="Times New Roman"/>
                <a:sym typeface="Times New Roman"/>
              </a:defRPr>
            </a:pPr>
            <a:r>
              <a:rPr lang="en-US" sz="1500" dirty="0">
                <a:sym typeface="Times New Roman"/>
              </a:rPr>
              <a:t>Grad-CAM (</a:t>
            </a:r>
            <a:r>
              <a:rPr lang="en-US" sz="1500" dirty="0" err="1">
                <a:sym typeface="Times New Roman"/>
              </a:rPr>
              <a:t>pytorch</a:t>
            </a:r>
            <a:r>
              <a:rPr lang="en-US" sz="1500" dirty="0">
                <a:sym typeface="Times New Roman"/>
              </a:rPr>
              <a:t>-grad-cam) — Defect region visualization</a:t>
            </a:r>
          </a:p>
          <a:p>
            <a:pPr marL="120315" indent="-120315" algn="just" defTabSz="457200">
              <a:lnSpc>
                <a:spcPct val="120000"/>
              </a:lnSpc>
              <a:spcBef>
                <a:spcPts val="0"/>
              </a:spcBef>
              <a:buClrTx/>
              <a:buSzPct val="100000"/>
              <a:buFontTx/>
              <a:buChar char="•"/>
              <a:defRPr sz="1500">
                <a:latin typeface="Times New Roman"/>
                <a:ea typeface="Times New Roman"/>
                <a:cs typeface="Times New Roman"/>
                <a:sym typeface="Times New Roman"/>
              </a:defRPr>
            </a:pPr>
            <a:r>
              <a:rPr lang="en-US" sz="1500" dirty="0" err="1">
                <a:sym typeface="Times New Roman"/>
              </a:rPr>
              <a:t>TensorBoard</a:t>
            </a:r>
            <a:r>
              <a:rPr lang="en-US" sz="1500" dirty="0">
                <a:sym typeface="Times New Roman"/>
              </a:rPr>
              <a:t> — Training monitoring and logging</a:t>
            </a:r>
          </a:p>
          <a:p>
            <a:pPr marL="120315" indent="-120315" algn="just" defTabSz="457200">
              <a:lnSpc>
                <a:spcPct val="120000"/>
              </a:lnSpc>
              <a:spcBef>
                <a:spcPts val="0"/>
              </a:spcBef>
              <a:buClrTx/>
              <a:buSzPct val="100000"/>
              <a:buFontTx/>
              <a:buChar char="•"/>
              <a:defRPr sz="1500">
                <a:latin typeface="Times New Roman"/>
                <a:ea typeface="Times New Roman"/>
                <a:cs typeface="Times New Roman"/>
                <a:sym typeface="Times New Roman"/>
              </a:defRPr>
            </a:pPr>
            <a:r>
              <a:rPr lang="en-IN" sz="1500" dirty="0">
                <a:sym typeface="Times New Roman"/>
              </a:rPr>
              <a:t>Pandas / NumPy — Data handling and statistics</a:t>
            </a:r>
          </a:p>
          <a:p>
            <a:pPr marL="120315" indent="-120315" algn="just" defTabSz="457200">
              <a:lnSpc>
                <a:spcPct val="120000"/>
              </a:lnSpc>
              <a:spcBef>
                <a:spcPts val="0"/>
              </a:spcBef>
              <a:buClrTx/>
              <a:buSzPct val="100000"/>
              <a:buFontTx/>
              <a:buChar char="•"/>
              <a:defRPr sz="1500">
                <a:latin typeface="Times New Roman"/>
                <a:ea typeface="Times New Roman"/>
                <a:cs typeface="Times New Roman"/>
                <a:sym typeface="Times New Roman"/>
              </a:defRPr>
            </a:pPr>
            <a:r>
              <a:rPr lang="en-IN" sz="1500" dirty="0">
                <a:sym typeface="Times New Roman"/>
              </a:rPr>
              <a:t>Seaborn / Matplotlib — Confusion matrix and training curve plots</a:t>
            </a:r>
            <a:endParaRPr lang="en-US" sz="1500" dirty="0">
              <a:sym typeface="Times New Roman"/>
            </a:endParaRPr>
          </a:p>
        </p:txBody>
      </p:sp>
      <p:sp>
        <p:nvSpPr>
          <p:cNvPr id="155" name="Google Shape;137;p21"/>
          <p:cNvSpPr txBox="1"/>
          <p:nvPr/>
        </p:nvSpPr>
        <p:spPr>
          <a:xfrm>
            <a:off x="457200" y="6585929"/>
            <a:ext cx="2133600" cy="1355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lvl1pPr>
              <a:defRPr sz="1000"/>
            </a:lvl1pPr>
          </a:lstStyle>
          <a:p>
            <a:r>
              <a:t> </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Google Shape;148;p23"/>
          <p:cNvSpPr txBox="1">
            <a:spLocks noGrp="1"/>
          </p:cNvSpPr>
          <p:nvPr>
            <p:ph type="title"/>
          </p:nvPr>
        </p:nvSpPr>
        <p:spPr>
          <a:xfrm>
            <a:off x="457200" y="238735"/>
            <a:ext cx="8229600" cy="1143000"/>
          </a:xfrm>
          <a:prstGeom prst="rect">
            <a:avLst/>
          </a:prstGeom>
        </p:spPr>
        <p:txBody>
          <a:bodyPr/>
          <a:lstStyle/>
          <a:p>
            <a:pPr algn="ctr">
              <a:defRPr sz="3000" b="1">
                <a:solidFill>
                  <a:srgbClr val="000000"/>
                </a:solidFill>
                <a:latin typeface="Times New Roman"/>
                <a:ea typeface="Times New Roman"/>
                <a:cs typeface="Times New Roman"/>
                <a:sym typeface="Times New Roman"/>
              </a:defRPr>
            </a:pPr>
            <a:r>
              <a:rPr dirty="0"/>
              <a:t>  MODULES WITH DESCRIPTION</a:t>
            </a:r>
            <a:br>
              <a:rPr dirty="0"/>
            </a:br>
            <a:endParaRPr dirty="0"/>
          </a:p>
        </p:txBody>
      </p:sp>
      <p:sp>
        <p:nvSpPr>
          <p:cNvPr id="158" name="Google Shape;149;p23"/>
          <p:cNvSpPr txBox="1">
            <a:spLocks noGrp="1"/>
          </p:cNvSpPr>
          <p:nvPr>
            <p:ph type="body" idx="1"/>
          </p:nvPr>
        </p:nvSpPr>
        <p:spPr>
          <a:xfrm>
            <a:off x="685800" y="1101213"/>
            <a:ext cx="8229600" cy="5077338"/>
          </a:xfrm>
          <a:prstGeom prst="rect">
            <a:avLst/>
          </a:prstGeom>
        </p:spPr>
        <p:txBody>
          <a:bodyPr>
            <a:noAutofit/>
          </a:bodyPr>
          <a:lstStyle/>
          <a:p>
            <a:pPr marL="285750" indent="-285750" defTabSz="457200">
              <a:lnSpc>
                <a:spcPct val="110000"/>
              </a:lnSpc>
              <a:spcBef>
                <a:spcPts val="1200"/>
              </a:spcBef>
              <a:buClrTx/>
              <a:buSzTx/>
              <a:defRPr sz="1500">
                <a:latin typeface="Times New Roman"/>
                <a:ea typeface="Times New Roman"/>
                <a:cs typeface="Times New Roman"/>
                <a:sym typeface="Times New Roman"/>
              </a:defRPr>
            </a:pPr>
            <a:r>
              <a:rPr lang="en-US" sz="1400" b="1" dirty="0">
                <a:latin typeface="Times New Roman" panose="02020603050405020304" pitchFamily="18" charset="0"/>
                <a:cs typeface="Times New Roman" panose="02020603050405020304" pitchFamily="18" charset="0"/>
                <a:sym typeface="Times New Roman"/>
              </a:rPr>
              <a:t>Data Organization Module</a:t>
            </a:r>
            <a:r>
              <a:rPr lang="en-US" sz="1400" dirty="0">
                <a:latin typeface="Times New Roman" panose="02020603050405020304" pitchFamily="18" charset="0"/>
                <a:cs typeface="Times New Roman" panose="02020603050405020304" pitchFamily="18" charset="0"/>
                <a:sym typeface="Times New Roman"/>
              </a:rPr>
              <a:t> — Maps NEU-DET dataset's 6 raw classes to 4 training classes and splits into train/</a:t>
            </a:r>
            <a:r>
              <a:rPr lang="en-US" sz="1400" dirty="0" err="1">
                <a:latin typeface="Times New Roman" panose="02020603050405020304" pitchFamily="18" charset="0"/>
                <a:cs typeface="Times New Roman" panose="02020603050405020304" pitchFamily="18" charset="0"/>
                <a:sym typeface="Times New Roman"/>
              </a:rPr>
              <a:t>val</a:t>
            </a:r>
            <a:r>
              <a:rPr lang="en-US" sz="1400" dirty="0">
                <a:latin typeface="Times New Roman" panose="02020603050405020304" pitchFamily="18" charset="0"/>
                <a:cs typeface="Times New Roman" panose="02020603050405020304" pitchFamily="18" charset="0"/>
                <a:sym typeface="Times New Roman"/>
              </a:rPr>
              <a:t>/test folders automatically</a:t>
            </a:r>
          </a:p>
          <a:p>
            <a:pPr marL="285750" indent="-285750" defTabSz="457200">
              <a:lnSpc>
                <a:spcPct val="110000"/>
              </a:lnSpc>
              <a:spcBef>
                <a:spcPts val="1200"/>
              </a:spcBef>
              <a:buClrTx/>
              <a:buSzTx/>
              <a:defRPr sz="1500">
                <a:latin typeface="Times New Roman"/>
                <a:ea typeface="Times New Roman"/>
                <a:cs typeface="Times New Roman"/>
                <a:sym typeface="Times New Roman"/>
              </a:defRPr>
            </a:pPr>
            <a:r>
              <a:rPr lang="en-US" sz="1400" b="1" dirty="0">
                <a:latin typeface="Times New Roman" panose="02020603050405020304" pitchFamily="18" charset="0"/>
                <a:cs typeface="Times New Roman" panose="02020603050405020304" pitchFamily="18" charset="0"/>
                <a:sym typeface="Times New Roman"/>
              </a:rPr>
              <a:t>Preprocessing Module</a:t>
            </a:r>
            <a:r>
              <a:rPr lang="en-US" sz="1400" dirty="0">
                <a:latin typeface="Times New Roman" panose="02020603050405020304" pitchFamily="18" charset="0"/>
                <a:cs typeface="Times New Roman" panose="02020603050405020304" pitchFamily="18" charset="0"/>
                <a:sym typeface="Times New Roman"/>
              </a:rPr>
              <a:t> — Verifies dataset structure, computes per-channel mean/std, generates class distribution charts</a:t>
            </a:r>
          </a:p>
          <a:p>
            <a:pPr marL="285750" indent="-285750" defTabSz="457200">
              <a:lnSpc>
                <a:spcPct val="110000"/>
              </a:lnSpc>
              <a:spcBef>
                <a:spcPts val="1200"/>
              </a:spcBef>
              <a:buClrTx/>
              <a:buSzTx/>
              <a:defRPr sz="1500">
                <a:latin typeface="Times New Roman"/>
                <a:ea typeface="Times New Roman"/>
                <a:cs typeface="Times New Roman"/>
                <a:sym typeface="Times New Roman"/>
              </a:defRPr>
            </a:pPr>
            <a:r>
              <a:rPr lang="en-US" sz="1400" b="1" dirty="0">
                <a:latin typeface="Times New Roman" panose="02020603050405020304" pitchFamily="18" charset="0"/>
                <a:cs typeface="Times New Roman" panose="02020603050405020304" pitchFamily="18" charset="0"/>
                <a:sym typeface="Times New Roman"/>
              </a:rPr>
              <a:t>Data Loader Module</a:t>
            </a:r>
            <a:r>
              <a:rPr lang="en-US" sz="1400" dirty="0">
                <a:latin typeface="Times New Roman" panose="02020603050405020304" pitchFamily="18" charset="0"/>
                <a:cs typeface="Times New Roman" panose="02020603050405020304" pitchFamily="18" charset="0"/>
                <a:sym typeface="Times New Roman"/>
              </a:rPr>
              <a:t> — Builds augmented training transforms and normalized validation transforms, returns </a:t>
            </a:r>
            <a:r>
              <a:rPr lang="en-US" sz="1400" dirty="0" err="1">
                <a:latin typeface="Times New Roman" panose="02020603050405020304" pitchFamily="18" charset="0"/>
                <a:cs typeface="Times New Roman" panose="02020603050405020304" pitchFamily="18" charset="0"/>
                <a:sym typeface="Times New Roman"/>
              </a:rPr>
              <a:t>DataLoader</a:t>
            </a:r>
            <a:r>
              <a:rPr lang="en-US" sz="1400" dirty="0">
                <a:latin typeface="Times New Roman" panose="02020603050405020304" pitchFamily="18" charset="0"/>
                <a:cs typeface="Times New Roman" panose="02020603050405020304" pitchFamily="18" charset="0"/>
                <a:sym typeface="Times New Roman"/>
              </a:rPr>
              <a:t> objects</a:t>
            </a:r>
          </a:p>
          <a:p>
            <a:pPr marL="285750" indent="-285750" defTabSz="457200">
              <a:lnSpc>
                <a:spcPct val="110000"/>
              </a:lnSpc>
              <a:spcBef>
                <a:spcPts val="1200"/>
              </a:spcBef>
              <a:buClrTx/>
              <a:buSzTx/>
              <a:defRPr sz="1500">
                <a:latin typeface="Times New Roman"/>
                <a:ea typeface="Times New Roman"/>
                <a:cs typeface="Times New Roman"/>
                <a:sym typeface="Times New Roman"/>
              </a:defRPr>
            </a:pPr>
            <a:r>
              <a:rPr lang="en-US" sz="1400" b="1" dirty="0">
                <a:latin typeface="Times New Roman" panose="02020603050405020304" pitchFamily="18" charset="0"/>
                <a:cs typeface="Times New Roman" panose="02020603050405020304" pitchFamily="18" charset="0"/>
                <a:sym typeface="Times New Roman"/>
              </a:rPr>
              <a:t>Baseline CNN Module</a:t>
            </a:r>
            <a:r>
              <a:rPr lang="en-US" sz="1400" dirty="0">
                <a:latin typeface="Times New Roman" panose="02020603050405020304" pitchFamily="18" charset="0"/>
                <a:cs typeface="Times New Roman" panose="02020603050405020304" pitchFamily="18" charset="0"/>
                <a:sym typeface="Times New Roman"/>
              </a:rPr>
              <a:t> — Custom 3-stage convolutional network with </a:t>
            </a:r>
            <a:r>
              <a:rPr lang="en-US" sz="1400" dirty="0" err="1">
                <a:latin typeface="Times New Roman" panose="02020603050405020304" pitchFamily="18" charset="0"/>
                <a:cs typeface="Times New Roman" panose="02020603050405020304" pitchFamily="18" charset="0"/>
                <a:sym typeface="Times New Roman"/>
              </a:rPr>
              <a:t>BatchNorm</a:t>
            </a:r>
            <a:r>
              <a:rPr lang="en-US" sz="1400" dirty="0">
                <a:latin typeface="Times New Roman" panose="02020603050405020304" pitchFamily="18" charset="0"/>
                <a:cs typeface="Times New Roman" panose="02020603050405020304" pitchFamily="18" charset="0"/>
                <a:sym typeface="Times New Roman"/>
              </a:rPr>
              <a:t>, </a:t>
            </a:r>
            <a:r>
              <a:rPr lang="en-US" sz="1400" dirty="0" err="1">
                <a:latin typeface="Times New Roman" panose="02020603050405020304" pitchFamily="18" charset="0"/>
                <a:cs typeface="Times New Roman" panose="02020603050405020304" pitchFamily="18" charset="0"/>
                <a:sym typeface="Times New Roman"/>
              </a:rPr>
              <a:t>MaxPool</a:t>
            </a:r>
            <a:r>
              <a:rPr lang="en-US" sz="1400" dirty="0">
                <a:latin typeface="Times New Roman" panose="02020603050405020304" pitchFamily="18" charset="0"/>
                <a:cs typeface="Times New Roman" panose="02020603050405020304" pitchFamily="18" charset="0"/>
                <a:sym typeface="Times New Roman"/>
              </a:rPr>
              <a:t>, and Dropout for defect classification</a:t>
            </a:r>
          </a:p>
          <a:p>
            <a:pPr marL="285750" indent="-285750" defTabSz="457200">
              <a:lnSpc>
                <a:spcPct val="110000"/>
              </a:lnSpc>
              <a:spcBef>
                <a:spcPts val="1200"/>
              </a:spcBef>
              <a:buClrTx/>
              <a:buSzTx/>
              <a:defRPr sz="1500">
                <a:latin typeface="Times New Roman"/>
                <a:ea typeface="Times New Roman"/>
                <a:cs typeface="Times New Roman"/>
                <a:sym typeface="Times New Roman"/>
              </a:defRPr>
            </a:pPr>
            <a:r>
              <a:rPr lang="en-US" sz="1400" b="1" dirty="0">
                <a:latin typeface="Times New Roman" panose="02020603050405020304" pitchFamily="18" charset="0"/>
                <a:cs typeface="Times New Roman" panose="02020603050405020304" pitchFamily="18" charset="0"/>
                <a:sym typeface="Times New Roman"/>
              </a:rPr>
              <a:t>Transfer Learning Module</a:t>
            </a:r>
            <a:r>
              <a:rPr lang="en-US" sz="1400" dirty="0">
                <a:latin typeface="Times New Roman" panose="02020603050405020304" pitchFamily="18" charset="0"/>
                <a:cs typeface="Times New Roman" panose="02020603050405020304" pitchFamily="18" charset="0"/>
                <a:sym typeface="Times New Roman"/>
              </a:rPr>
              <a:t> — Pretrained ResNet18 / ResNet50 / VGG16 backbones with frozen layers and custom classifier head</a:t>
            </a:r>
          </a:p>
          <a:p>
            <a:pPr marL="285750" indent="-285750" defTabSz="457200">
              <a:lnSpc>
                <a:spcPct val="110000"/>
              </a:lnSpc>
              <a:spcBef>
                <a:spcPts val="1200"/>
              </a:spcBef>
              <a:buClrTx/>
              <a:buSzTx/>
              <a:defRPr sz="1500">
                <a:latin typeface="Times New Roman"/>
                <a:ea typeface="Times New Roman"/>
                <a:cs typeface="Times New Roman"/>
                <a:sym typeface="Times New Roman"/>
              </a:defRPr>
            </a:pPr>
            <a:r>
              <a:rPr lang="en-US" sz="1400" b="1" dirty="0">
                <a:latin typeface="Times New Roman" panose="02020603050405020304" pitchFamily="18" charset="0"/>
                <a:cs typeface="Times New Roman" panose="02020603050405020304" pitchFamily="18" charset="0"/>
                <a:sym typeface="Times New Roman"/>
              </a:rPr>
              <a:t>Training Module</a:t>
            </a:r>
            <a:r>
              <a:rPr lang="en-US" sz="1400" dirty="0">
                <a:latin typeface="Times New Roman" panose="02020603050405020304" pitchFamily="18" charset="0"/>
                <a:cs typeface="Times New Roman" panose="02020603050405020304" pitchFamily="18" charset="0"/>
                <a:sym typeface="Times New Roman"/>
              </a:rPr>
              <a:t> — Full training loop with LR scheduling, best-model checkpointing, and </a:t>
            </a:r>
            <a:r>
              <a:rPr lang="en-US" sz="1400" dirty="0" err="1">
                <a:latin typeface="Times New Roman" panose="02020603050405020304" pitchFamily="18" charset="0"/>
                <a:cs typeface="Times New Roman" panose="02020603050405020304" pitchFamily="18" charset="0"/>
                <a:sym typeface="Times New Roman"/>
              </a:rPr>
              <a:t>TensorBoard</a:t>
            </a:r>
            <a:r>
              <a:rPr lang="en-US" sz="1400" dirty="0">
                <a:latin typeface="Times New Roman" panose="02020603050405020304" pitchFamily="18" charset="0"/>
                <a:cs typeface="Times New Roman" panose="02020603050405020304" pitchFamily="18" charset="0"/>
                <a:sym typeface="Times New Roman"/>
              </a:rPr>
              <a:t> logging</a:t>
            </a:r>
          </a:p>
          <a:p>
            <a:pPr marL="285750" indent="-285750" defTabSz="457200">
              <a:lnSpc>
                <a:spcPct val="110000"/>
              </a:lnSpc>
              <a:spcBef>
                <a:spcPts val="1200"/>
              </a:spcBef>
              <a:buClrTx/>
              <a:buSzTx/>
              <a:defRPr sz="1500">
                <a:latin typeface="Times New Roman"/>
                <a:ea typeface="Times New Roman"/>
                <a:cs typeface="Times New Roman"/>
                <a:sym typeface="Times New Roman"/>
              </a:defRPr>
            </a:pPr>
            <a:r>
              <a:rPr lang="en-IN" sz="1400" b="1" dirty="0">
                <a:latin typeface="Times New Roman" panose="02020603050405020304" pitchFamily="18" charset="0"/>
                <a:cs typeface="Times New Roman" panose="02020603050405020304" pitchFamily="18" charset="0"/>
                <a:sym typeface="Times New Roman"/>
              </a:rPr>
              <a:t>Evaluation Module</a:t>
            </a:r>
            <a:r>
              <a:rPr lang="en-IN" sz="1400" dirty="0">
                <a:latin typeface="Times New Roman" panose="02020603050405020304" pitchFamily="18" charset="0"/>
                <a:cs typeface="Times New Roman" panose="02020603050405020304" pitchFamily="18" charset="0"/>
                <a:sym typeface="Times New Roman"/>
              </a:rPr>
              <a:t> — Computes accuracy, precision, recall, F1-score, saves confusion matrix and model comparison charts</a:t>
            </a:r>
          </a:p>
          <a:p>
            <a:pPr marL="285750" indent="-285750" defTabSz="457200">
              <a:lnSpc>
                <a:spcPct val="110000"/>
              </a:lnSpc>
              <a:spcBef>
                <a:spcPts val="1200"/>
              </a:spcBef>
              <a:buClrTx/>
              <a:buSzTx/>
              <a:defRPr sz="1500">
                <a:latin typeface="Times New Roman"/>
                <a:ea typeface="Times New Roman"/>
                <a:cs typeface="Times New Roman"/>
                <a:sym typeface="Times New Roman"/>
              </a:defRPr>
            </a:pPr>
            <a:r>
              <a:rPr lang="en-US" sz="1400" b="1" dirty="0">
                <a:latin typeface="Times New Roman" panose="02020603050405020304" pitchFamily="18" charset="0"/>
                <a:cs typeface="Times New Roman" panose="02020603050405020304" pitchFamily="18" charset="0"/>
                <a:sym typeface="Times New Roman"/>
              </a:rPr>
              <a:t>Grad-CAM Module</a:t>
            </a:r>
            <a:r>
              <a:rPr lang="en-US" sz="1400" dirty="0">
                <a:latin typeface="Times New Roman" panose="02020603050405020304" pitchFamily="18" charset="0"/>
                <a:cs typeface="Times New Roman" panose="02020603050405020304" pitchFamily="18" charset="0"/>
                <a:sym typeface="Times New Roman"/>
              </a:rPr>
              <a:t> — Generates gradient-weighted activation heatmaps to localize defect regions on original images</a:t>
            </a:r>
          </a:p>
          <a:p>
            <a:pPr marL="285750" indent="-285750" defTabSz="457200">
              <a:lnSpc>
                <a:spcPct val="110000"/>
              </a:lnSpc>
              <a:spcBef>
                <a:spcPts val="1200"/>
              </a:spcBef>
              <a:buClrTx/>
              <a:buSzTx/>
              <a:defRPr sz="1500">
                <a:latin typeface="Times New Roman"/>
                <a:ea typeface="Times New Roman"/>
                <a:cs typeface="Times New Roman"/>
                <a:sym typeface="Times New Roman"/>
              </a:defRPr>
            </a:pPr>
            <a:r>
              <a:rPr lang="en-US" sz="1400" b="1" dirty="0">
                <a:latin typeface="Times New Roman" panose="02020603050405020304" pitchFamily="18" charset="0"/>
                <a:cs typeface="Times New Roman" panose="02020603050405020304" pitchFamily="18" charset="0"/>
                <a:sym typeface="Times New Roman"/>
              </a:rPr>
              <a:t>Inference / </a:t>
            </a:r>
            <a:r>
              <a:rPr lang="en-US" sz="1400" b="1" dirty="0" err="1">
                <a:latin typeface="Times New Roman" panose="02020603050405020304" pitchFamily="18" charset="0"/>
                <a:cs typeface="Times New Roman" panose="02020603050405020304" pitchFamily="18" charset="0"/>
                <a:sym typeface="Times New Roman"/>
              </a:rPr>
              <a:t>Streamlit</a:t>
            </a:r>
            <a:r>
              <a:rPr lang="en-US" sz="1400" b="1" dirty="0">
                <a:latin typeface="Times New Roman" panose="02020603050405020304" pitchFamily="18" charset="0"/>
                <a:cs typeface="Times New Roman" panose="02020603050405020304" pitchFamily="18" charset="0"/>
                <a:sym typeface="Times New Roman"/>
              </a:rPr>
              <a:t> App Module</a:t>
            </a:r>
            <a:r>
              <a:rPr lang="en-US" sz="1400" dirty="0">
                <a:latin typeface="Times New Roman" panose="02020603050405020304" pitchFamily="18" charset="0"/>
                <a:cs typeface="Times New Roman" panose="02020603050405020304" pitchFamily="18" charset="0"/>
                <a:sym typeface="Times New Roman"/>
              </a:rPr>
              <a:t> — Upload image, select model, view prediction, confidence score, and Grad-CAM visualization</a:t>
            </a:r>
            <a:endParaRPr sz="1400" dirty="0">
              <a:latin typeface="Times New Roman" panose="02020603050405020304" pitchFamily="18" charset="0"/>
              <a:cs typeface="Times New Roman" panose="02020603050405020304" pitchFamily="18" charset="0"/>
            </a:endParaRPr>
          </a:p>
        </p:txBody>
      </p:sp>
      <p:sp>
        <p:nvSpPr>
          <p:cNvPr id="159" name="Google Shape;150;p23"/>
          <p:cNvSpPr txBox="1"/>
          <p:nvPr/>
        </p:nvSpPr>
        <p:spPr>
          <a:xfrm>
            <a:off x="457200" y="6585929"/>
            <a:ext cx="2133600" cy="1355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lvl1pPr>
              <a:defRPr sz="1000"/>
            </a:lvl1pPr>
          </a:lstStyle>
          <a:p>
            <a:r>
              <a:t> </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Title 1"/>
          <p:cNvSpPr txBox="1">
            <a:spLocks noGrp="1"/>
          </p:cNvSpPr>
          <p:nvPr>
            <p:ph type="title"/>
          </p:nvPr>
        </p:nvSpPr>
        <p:spPr>
          <a:xfrm>
            <a:off x="1221765" y="196644"/>
            <a:ext cx="7598666" cy="618441"/>
          </a:xfrm>
          <a:prstGeom prst="rect">
            <a:avLst/>
          </a:prstGeom>
        </p:spPr>
        <p:txBody>
          <a:bodyPr/>
          <a:lstStyle/>
          <a:p>
            <a:pPr algn="ctr">
              <a:defRPr sz="2800" b="1">
                <a:solidFill>
                  <a:srgbClr val="000000"/>
                </a:solidFill>
                <a:latin typeface="Times New Roman"/>
                <a:ea typeface="Times New Roman"/>
                <a:cs typeface="Times New Roman"/>
                <a:sym typeface="Times New Roman"/>
              </a:defRPr>
            </a:pPr>
            <a:r>
              <a:rPr dirty="0"/>
              <a:t>PROJECT</a:t>
            </a:r>
            <a:r>
              <a:rPr spc="-200" dirty="0"/>
              <a:t> </a:t>
            </a:r>
            <a:r>
              <a:rPr spc="-100" dirty="0"/>
              <a:t>SCREENSHOT</a:t>
            </a:r>
          </a:p>
        </p:txBody>
      </p:sp>
      <p:pic>
        <p:nvPicPr>
          <p:cNvPr id="3" name="Picture 2">
            <a:extLst>
              <a:ext uri="{FF2B5EF4-FFF2-40B4-BE49-F238E27FC236}">
                <a16:creationId xmlns:a16="http://schemas.microsoft.com/office/drawing/2014/main" id="{DACFFA24-91B0-B169-59E6-3FC8506F22E1}"/>
              </a:ext>
            </a:extLst>
          </p:cNvPr>
          <p:cNvPicPr>
            <a:picLocks noChangeAspect="1"/>
          </p:cNvPicPr>
          <p:nvPr/>
        </p:nvPicPr>
        <p:blipFill>
          <a:blip r:embed="rId2"/>
          <a:stretch>
            <a:fillRect/>
          </a:stretch>
        </p:blipFill>
        <p:spPr>
          <a:xfrm>
            <a:off x="2587397" y="1037848"/>
            <a:ext cx="4548091" cy="2558301"/>
          </a:xfrm>
          <a:prstGeom prst="rect">
            <a:avLst/>
          </a:prstGeom>
        </p:spPr>
      </p:pic>
      <p:pic>
        <p:nvPicPr>
          <p:cNvPr id="5" name="Picture 4">
            <a:extLst>
              <a:ext uri="{FF2B5EF4-FFF2-40B4-BE49-F238E27FC236}">
                <a16:creationId xmlns:a16="http://schemas.microsoft.com/office/drawing/2014/main" id="{F777D7AD-16EB-3B64-0728-B872956978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87397" y="3818912"/>
            <a:ext cx="4548091" cy="2558301"/>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Google Shape;179;p27"/>
          <p:cNvSpPr txBox="1">
            <a:spLocks noGrp="1"/>
          </p:cNvSpPr>
          <p:nvPr>
            <p:ph type="title"/>
          </p:nvPr>
        </p:nvSpPr>
        <p:spPr>
          <a:xfrm>
            <a:off x="457200" y="463245"/>
            <a:ext cx="8229600" cy="1143001"/>
          </a:xfrm>
          <a:prstGeom prst="rect">
            <a:avLst/>
          </a:prstGeom>
        </p:spPr>
        <p:txBody>
          <a:bodyPr/>
          <a:lstStyle/>
          <a:p>
            <a:pPr algn="ctr">
              <a:defRPr sz="3000">
                <a:solidFill>
                  <a:srgbClr val="000000"/>
                </a:solidFill>
                <a:latin typeface="Times New Roman"/>
                <a:ea typeface="Times New Roman"/>
                <a:cs typeface="Times New Roman"/>
                <a:sym typeface="Times New Roman"/>
              </a:defRPr>
            </a:pPr>
            <a:r>
              <a:t>  </a:t>
            </a:r>
            <a:r>
              <a:rPr b="1"/>
              <a:t>REFERENCES</a:t>
            </a:r>
            <a:br>
              <a:rPr b="1"/>
            </a:br>
            <a:endParaRPr b="1"/>
          </a:p>
        </p:txBody>
      </p:sp>
      <p:sp>
        <p:nvSpPr>
          <p:cNvPr id="167" name="Devlin, J., Chang, M. W., Lee, K., &amp; Toutanova, K. (2019). BERT: Pre-training of Deep Bidirectional Transformers for Language Understanding. NAACL-HLT 2019.…"/>
          <p:cNvSpPr txBox="1"/>
          <p:nvPr/>
        </p:nvSpPr>
        <p:spPr>
          <a:xfrm>
            <a:off x="1012130" y="1553764"/>
            <a:ext cx="4680747" cy="19981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171450" indent="-171450" defTabSz="457200">
              <a:lnSpc>
                <a:spcPct val="150000"/>
              </a:lnSpc>
              <a:buSzPct val="100000"/>
              <a:buFont typeface="Arial" panose="020B0604020202020204" pitchFamily="34" charset="0"/>
              <a:buChar char="•"/>
              <a:defRPr sz="1200">
                <a:latin typeface="Times New Roman"/>
                <a:ea typeface="Times New Roman"/>
                <a:cs typeface="Times New Roman"/>
                <a:sym typeface="Times New Roman"/>
              </a:defRPr>
            </a:pPr>
            <a:r>
              <a:rPr lang="en-IN" dirty="0">
                <a:sym typeface="Times New Roman"/>
                <a:hlinkClick r:id="rId2"/>
              </a:rPr>
              <a:t>https://www.mdpi.com/2076-3417/13/5/3022</a:t>
            </a:r>
            <a:endParaRPr lang="en-IN" dirty="0">
              <a:sym typeface="Times New Roman"/>
            </a:endParaRPr>
          </a:p>
          <a:p>
            <a:pPr marL="171450" indent="-171450" defTabSz="457200">
              <a:lnSpc>
                <a:spcPct val="150000"/>
              </a:lnSpc>
              <a:buSzPct val="100000"/>
              <a:buFont typeface="Arial" panose="020B0604020202020204" pitchFamily="34" charset="0"/>
              <a:buChar char="•"/>
              <a:defRPr sz="1200">
                <a:latin typeface="Times New Roman"/>
                <a:ea typeface="Times New Roman"/>
                <a:cs typeface="Times New Roman"/>
                <a:sym typeface="Times New Roman"/>
              </a:defRPr>
            </a:pPr>
            <a:r>
              <a:rPr lang="en-IN" dirty="0">
                <a:hlinkClick r:id="rId3"/>
              </a:rPr>
              <a:t>https://arxiv.org/abs/2307.09520</a:t>
            </a:r>
            <a:endParaRPr lang="en-IN" dirty="0"/>
          </a:p>
          <a:p>
            <a:pPr marL="171450" indent="-171450" defTabSz="457200">
              <a:lnSpc>
                <a:spcPct val="150000"/>
              </a:lnSpc>
              <a:buSzPct val="100000"/>
              <a:buFont typeface="Arial" panose="020B0604020202020204" pitchFamily="34" charset="0"/>
              <a:buChar char="•"/>
              <a:defRPr sz="1200">
                <a:latin typeface="Times New Roman"/>
                <a:ea typeface="Times New Roman"/>
                <a:cs typeface="Times New Roman"/>
                <a:sym typeface="Times New Roman"/>
              </a:defRPr>
            </a:pPr>
            <a:r>
              <a:rPr lang="en-IN" dirty="0">
                <a:hlinkClick r:id="rId4"/>
              </a:rPr>
              <a:t>https://arxiv.org/abs/2208.07119</a:t>
            </a:r>
            <a:endParaRPr lang="en-IN" dirty="0"/>
          </a:p>
          <a:p>
            <a:pPr marL="171450" indent="-171450" defTabSz="457200">
              <a:lnSpc>
                <a:spcPct val="150000"/>
              </a:lnSpc>
              <a:buSzPct val="100000"/>
              <a:buFont typeface="Arial" panose="020B0604020202020204" pitchFamily="34" charset="0"/>
              <a:buChar char="•"/>
              <a:defRPr sz="1200">
                <a:latin typeface="Times New Roman"/>
                <a:ea typeface="Times New Roman"/>
                <a:cs typeface="Times New Roman"/>
                <a:sym typeface="Times New Roman"/>
              </a:defRPr>
            </a:pPr>
            <a:r>
              <a:rPr lang="en-IN" dirty="0">
                <a:hlinkClick r:id="rId5"/>
              </a:rPr>
              <a:t>https://arxiv.org/abs/2304.02583</a:t>
            </a:r>
            <a:endParaRPr lang="en-IN" dirty="0"/>
          </a:p>
          <a:p>
            <a:pPr marL="171450" indent="-171450" defTabSz="457200">
              <a:lnSpc>
                <a:spcPct val="150000"/>
              </a:lnSpc>
              <a:buSzPct val="100000"/>
              <a:buFont typeface="Arial" panose="020B0604020202020204" pitchFamily="34" charset="0"/>
              <a:buChar char="•"/>
              <a:defRPr sz="1200">
                <a:latin typeface="Times New Roman"/>
                <a:ea typeface="Times New Roman"/>
                <a:cs typeface="Times New Roman"/>
                <a:sym typeface="Times New Roman"/>
              </a:defRPr>
            </a:pPr>
            <a:r>
              <a:rPr lang="en-IN" dirty="0">
                <a:hlinkClick r:id="rId6"/>
              </a:rPr>
              <a:t>https://arxiv.org/abs/2212.07242</a:t>
            </a:r>
            <a:endParaRPr lang="en-IN" dirty="0"/>
          </a:p>
          <a:p>
            <a:pPr marL="171450" indent="-171450" defTabSz="457200">
              <a:lnSpc>
                <a:spcPct val="150000"/>
              </a:lnSpc>
              <a:buSzPct val="100000"/>
              <a:buFont typeface="Arial" panose="020B0604020202020204" pitchFamily="34" charset="0"/>
              <a:buChar char="•"/>
              <a:defRPr sz="1200">
                <a:latin typeface="Times New Roman"/>
                <a:ea typeface="Times New Roman"/>
                <a:cs typeface="Times New Roman"/>
                <a:sym typeface="Times New Roman"/>
              </a:defRPr>
            </a:pPr>
            <a:r>
              <a:rPr lang="en-IN" dirty="0">
                <a:hlinkClick r:id="rId7"/>
              </a:rPr>
              <a:t>https://arxiv.org/abs/2309.01836</a:t>
            </a:r>
            <a:endParaRPr lang="en-IN" dirty="0"/>
          </a:p>
          <a:p>
            <a:pPr marL="171450" indent="-171450" defTabSz="457200">
              <a:lnSpc>
                <a:spcPct val="150000"/>
              </a:lnSpc>
              <a:buSzPct val="100000"/>
              <a:buFont typeface="Arial" panose="020B0604020202020204" pitchFamily="34" charset="0"/>
              <a:buChar char="•"/>
              <a:defRPr sz="1200">
                <a:latin typeface="Times New Roman"/>
                <a:ea typeface="Times New Roman"/>
                <a:cs typeface="Times New Roman"/>
                <a:sym typeface="Times New Roman"/>
              </a:defRPr>
            </a:pPr>
            <a:endParaRPr lang="en-IN" dirty="0"/>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Google Shape;190;p29"/>
          <p:cNvSpPr txBox="1">
            <a:spLocks noGrp="1"/>
          </p:cNvSpPr>
          <p:nvPr>
            <p:ph type="title"/>
          </p:nvPr>
        </p:nvSpPr>
        <p:spPr>
          <a:xfrm>
            <a:off x="601717" y="572814"/>
            <a:ext cx="8229601" cy="3581401"/>
          </a:xfrm>
          <a:prstGeom prst="rect">
            <a:avLst/>
          </a:prstGeom>
        </p:spPr>
        <p:txBody>
          <a:bodyPr/>
          <a:lstStyle>
            <a:lvl1pPr algn="ctr">
              <a:defRPr sz="6000">
                <a:solidFill>
                  <a:srgbClr val="000000"/>
                </a:solidFill>
                <a:latin typeface="Times New Roman"/>
                <a:ea typeface="Times New Roman"/>
                <a:cs typeface="Times New Roman"/>
                <a:sym typeface="Times New Roman"/>
              </a:defRPr>
            </a:lvl1pPr>
          </a:lstStyle>
          <a:p>
            <a:r>
              <a:t>THANK YOU</a:t>
            </a:r>
          </a:p>
        </p:txBody>
      </p:sp>
    </p:spTree>
  </p:cSld>
  <p:clrMapOvr>
    <a:masterClrMapping/>
  </p:clrMapOvr>
  <p:transition spd="med"/>
</p:sld>
</file>

<file path=ppt/theme/theme1.xml><?xml version="1.0" encoding="utf-8"?>
<a:theme xmlns:a="http://schemas.openxmlformats.org/drawingml/2006/main" name="Flow">
  <a:themeElements>
    <a:clrScheme name="Flow">
      <a:dk1>
        <a:srgbClr val="000000"/>
      </a:dk1>
      <a:lt1>
        <a:srgbClr val="FFFFFF"/>
      </a:lt1>
      <a:dk2>
        <a:srgbClr val="A7A7A7"/>
      </a:dk2>
      <a:lt2>
        <a:srgbClr val="535353"/>
      </a:lt2>
      <a:accent1>
        <a:srgbClr val="0F6FC6"/>
      </a:accent1>
      <a:accent2>
        <a:srgbClr val="009DD9"/>
      </a:accent2>
      <a:accent3>
        <a:srgbClr val="0BD0D9"/>
      </a:accent3>
      <a:accent4>
        <a:srgbClr val="10CF9B"/>
      </a:accent4>
      <a:accent5>
        <a:srgbClr val="7CCA62"/>
      </a:accent5>
      <a:accent6>
        <a:srgbClr val="A5C249"/>
      </a:accent6>
      <a:hlink>
        <a:srgbClr val="0000FF"/>
      </a:hlink>
      <a:folHlink>
        <a:srgbClr val="FF00FF"/>
      </a:folHlink>
    </a:clrScheme>
    <a:fontScheme name="Flow">
      <a:majorFont>
        <a:latin typeface="Helvetica"/>
        <a:ea typeface="Helvetica"/>
        <a:cs typeface="Helvetica"/>
      </a:majorFont>
      <a:minorFont>
        <a:latin typeface="Arial"/>
        <a:ea typeface="Arial"/>
        <a:cs typeface="Arial"/>
      </a:minorFont>
    </a:fontScheme>
    <a:fmtScheme name="F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Flow">
  <a:themeElements>
    <a:clrScheme name="Flow">
      <a:dk1>
        <a:srgbClr val="000000"/>
      </a:dk1>
      <a:lt1>
        <a:srgbClr val="FFFFFF"/>
      </a:lt1>
      <a:dk2>
        <a:srgbClr val="A7A7A7"/>
      </a:dk2>
      <a:lt2>
        <a:srgbClr val="535353"/>
      </a:lt2>
      <a:accent1>
        <a:srgbClr val="0F6FC6"/>
      </a:accent1>
      <a:accent2>
        <a:srgbClr val="009DD9"/>
      </a:accent2>
      <a:accent3>
        <a:srgbClr val="0BD0D9"/>
      </a:accent3>
      <a:accent4>
        <a:srgbClr val="10CF9B"/>
      </a:accent4>
      <a:accent5>
        <a:srgbClr val="7CCA62"/>
      </a:accent5>
      <a:accent6>
        <a:srgbClr val="A5C249"/>
      </a:accent6>
      <a:hlink>
        <a:srgbClr val="0000FF"/>
      </a:hlink>
      <a:folHlink>
        <a:srgbClr val="FF00FF"/>
      </a:folHlink>
    </a:clrScheme>
    <a:fontScheme name="Flow">
      <a:majorFont>
        <a:latin typeface="Helvetica"/>
        <a:ea typeface="Helvetica"/>
        <a:cs typeface="Helvetica"/>
      </a:majorFont>
      <a:minorFont>
        <a:latin typeface="Arial"/>
        <a:ea typeface="Arial"/>
        <a:cs typeface="Arial"/>
      </a:minorFont>
    </a:fontScheme>
    <a:fmtScheme name="F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92</TotalTime>
  <Words>870</Words>
  <Application>Microsoft Office PowerPoint</Application>
  <PresentationFormat>On-screen Show (4:3)</PresentationFormat>
  <Paragraphs>85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Helvetica</vt:lpstr>
      <vt:lpstr>Times New Roman</vt:lpstr>
      <vt:lpstr>Times Roman</vt:lpstr>
      <vt:lpstr>Flow</vt:lpstr>
      <vt:lpstr>SURFACE DEFECT DETECTION IN MANUFACTURING USING CONVOLUTIONAL NEURAL NETWORKS   </vt:lpstr>
      <vt:lpstr>INTRODUCTION</vt:lpstr>
      <vt:lpstr>PROBLEM STATEMENT</vt:lpstr>
      <vt:lpstr>OBJECTIVE</vt:lpstr>
      <vt:lpstr>PowerPoint Presentation</vt:lpstr>
      <vt:lpstr>PowerPoint Presentation</vt:lpstr>
      <vt:lpstr>PowerPoint Presentation</vt:lpstr>
      <vt:lpstr>SOFTWARE / HARDWARE REQUIREMENTS</vt:lpstr>
      <vt:lpstr>  MODULES WITH DESCRIPTION </vt:lpstr>
      <vt:lpstr>PROJECT SCREENSHOT</vt:lpstr>
      <vt:lpstr>  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ARAVINDAN V</dc:creator>
  <cp:lastModifiedBy>Aravindan V</cp:lastModifiedBy>
  <cp:revision>2</cp:revision>
  <dcterms:modified xsi:type="dcterms:W3CDTF">2026-04-22T02:24:10Z</dcterms:modified>
</cp:coreProperties>
</file>